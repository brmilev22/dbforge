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1" r:id="rId1"/>
  </p:sldMasterIdLst>
  <p:notesMasterIdLst>
    <p:notesMasterId r:id="rId15"/>
  </p:notesMasterIdLst>
  <p:sldIdLst>
    <p:sldId id="256" r:id="rId2"/>
    <p:sldId id="259" r:id="rId3"/>
    <p:sldId id="261" r:id="rId4"/>
    <p:sldId id="262" r:id="rId5"/>
    <p:sldId id="263" r:id="rId6"/>
    <p:sldId id="264" r:id="rId7"/>
    <p:sldId id="277" r:id="rId8"/>
    <p:sldId id="266" r:id="rId9"/>
    <p:sldId id="276" r:id="rId10"/>
    <p:sldId id="269" r:id="rId11"/>
    <p:sldId id="271" r:id="rId12"/>
    <p:sldId id="270" r:id="rId13"/>
    <p:sldId id="275" r:id="rId14"/>
  </p:sldIdLst>
  <p:sldSz cx="9144000" cy="5143500" type="screen16x9"/>
  <p:notesSz cx="6858000" cy="9144000"/>
  <p:embeddedFontLst>
    <p:embeddedFont>
      <p:font typeface="Inter" panose="02000503000000020004" pitchFamily="2" charset="0"/>
      <p:regular r:id="rId16"/>
      <p:bold r:id="rId17"/>
      <p:italic r:id="rId18"/>
      <p:boldItalic r:id="rId19"/>
    </p:embeddedFont>
    <p:embeddedFont>
      <p:font typeface="Montserrat" pitchFamily="2" charset="77"/>
      <p:regular r:id="rId20"/>
      <p:bold r:id="rId21"/>
      <p:italic r:id="rId22"/>
      <p:boldItalic r:id="rId23"/>
    </p:embeddedFont>
    <p:embeddedFont>
      <p:font typeface="Open Sans" panose="020B0606030504020204" pitchFamily="34" charset="0"/>
      <p:regular r:id="rId24"/>
      <p:bold r:id="rId25"/>
      <p:italic r:id="rId26"/>
      <p:boldItalic r:id="rId27"/>
    </p:embeddedFont>
    <p:embeddedFont>
      <p:font typeface="Raleway" pitchFamily="2" charset="77"/>
      <p:regular r:id="rId28"/>
      <p:bold r:id="rId29"/>
      <p:italic r:id="rId30"/>
      <p:boldItalic r:id="rId3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1E8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43B6284-A038-4E31-9B42-0A2D9D6D96EA}">
  <a:tblStyle styleId="{343B6284-A038-4E31-9B42-0A2D9D6D96E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385F32AF-978C-4981-81B1-9D2254A833DE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219"/>
    <p:restoredTop sz="94686"/>
  </p:normalViewPr>
  <p:slideViewPr>
    <p:cSldViewPr snapToGrid="0">
      <p:cViewPr varScale="1">
        <p:scale>
          <a:sx n="146" d="100"/>
          <a:sy n="146" d="100"/>
        </p:scale>
        <p:origin x="368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font" Target="fonts/font11.fntdata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font" Target="fonts/font10.fntdata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29" Type="http://schemas.openxmlformats.org/officeDocument/2006/relationships/font" Target="fonts/font1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9.fntdata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28" Type="http://schemas.openxmlformats.org/officeDocument/2006/relationships/font" Target="fonts/font13.fntdata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31" Type="http://schemas.openxmlformats.org/officeDocument/2006/relationships/font" Target="fonts/font1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font" Target="fonts/font12.fntdata"/><Relationship Id="rId30" Type="http://schemas.openxmlformats.org/officeDocument/2006/relationships/font" Target="fonts/font15.fntdata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 dirty="0"/>
          </a:p>
        </p:txBody>
      </p:sp>
      <p:sp>
        <p:nvSpPr>
          <p:cNvPr id="479" name="Google Shape;479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g54dda1946d_6_3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 dirty="0"/>
          </a:p>
        </p:txBody>
      </p:sp>
      <p:sp>
        <p:nvSpPr>
          <p:cNvPr id="511" name="Google Shape;511;g54dda1946d_6_3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g54dda1946d_6_3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 dirty="0"/>
          </a:p>
        </p:txBody>
      </p:sp>
      <p:sp>
        <p:nvSpPr>
          <p:cNvPr id="536" name="Google Shape;536;g54dda1946d_6_3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g184d99d1a72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 dirty="0"/>
          </a:p>
        </p:txBody>
      </p:sp>
      <p:sp>
        <p:nvSpPr>
          <p:cNvPr id="556" name="Google Shape;556;g184d99d1a72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g184d99d1a72_0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 dirty="0"/>
          </a:p>
        </p:txBody>
      </p:sp>
      <p:sp>
        <p:nvSpPr>
          <p:cNvPr id="572" name="Google Shape;572;g184d99d1a72_0_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g184d99d1a72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 dirty="0"/>
          </a:p>
        </p:txBody>
      </p:sp>
      <p:sp>
        <p:nvSpPr>
          <p:cNvPr id="592" name="Google Shape;592;g184d99d1a72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0">
          <a:extLst>
            <a:ext uri="{FF2B5EF4-FFF2-40B4-BE49-F238E27FC236}">
              <a16:creationId xmlns:a16="http://schemas.microsoft.com/office/drawing/2014/main" id="{44202BCC-CD33-BA0E-DE0F-E7497CC9D6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g184d99d1a72_0_2:notes">
            <a:extLst>
              <a:ext uri="{FF2B5EF4-FFF2-40B4-BE49-F238E27FC236}">
                <a16:creationId xmlns:a16="http://schemas.microsoft.com/office/drawing/2014/main" id="{35D98B1E-C2F6-37B4-AA21-9B7681678A3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 dirty="0"/>
          </a:p>
        </p:txBody>
      </p:sp>
      <p:sp>
        <p:nvSpPr>
          <p:cNvPr id="592" name="Google Shape;592;g184d99d1a72_0_2:notes">
            <a:extLst>
              <a:ext uri="{FF2B5EF4-FFF2-40B4-BE49-F238E27FC236}">
                <a16:creationId xmlns:a16="http://schemas.microsoft.com/office/drawing/2014/main" id="{2D759391-3D12-656D-E6F3-33DB4C1D5AF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21122840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g184d99d1a72_0_2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 dirty="0"/>
          </a:p>
        </p:txBody>
      </p:sp>
      <p:sp>
        <p:nvSpPr>
          <p:cNvPr id="615" name="Google Shape;615;g184d99d1a72_0_2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3">
          <a:extLst>
            <a:ext uri="{FF2B5EF4-FFF2-40B4-BE49-F238E27FC236}">
              <a16:creationId xmlns:a16="http://schemas.microsoft.com/office/drawing/2014/main" id="{F09A3FC7-6B48-2F82-DAB9-765CA5ABE0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g184d99d1a72_0_242:notes">
            <a:extLst>
              <a:ext uri="{FF2B5EF4-FFF2-40B4-BE49-F238E27FC236}">
                <a16:creationId xmlns:a16="http://schemas.microsoft.com/office/drawing/2014/main" id="{B02D0FA1-7098-2903-C77E-F59FC827670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 dirty="0"/>
          </a:p>
        </p:txBody>
      </p:sp>
      <p:sp>
        <p:nvSpPr>
          <p:cNvPr id="615" name="Google Shape;615;g184d99d1a72_0_242:notes">
            <a:extLst>
              <a:ext uri="{FF2B5EF4-FFF2-40B4-BE49-F238E27FC236}">
                <a16:creationId xmlns:a16="http://schemas.microsoft.com/office/drawing/2014/main" id="{FAEB493C-D83D-C968-301E-3F1EA0A1CF6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7309428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Google Shape;650;g54dda1946d_4_27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 dirty="0"/>
          </a:p>
        </p:txBody>
      </p:sp>
      <p:sp>
        <p:nvSpPr>
          <p:cNvPr id="651" name="Google Shape;651;g54dda1946d_4_27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Google Shape;684;g172b1845856_1_1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 dirty="0"/>
          </a:p>
        </p:txBody>
      </p:sp>
      <p:sp>
        <p:nvSpPr>
          <p:cNvPr id="685" name="Google Shape;685;g172b1845856_1_1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Google Shape;678;g15ec5a52cdf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 dirty="0"/>
          </a:p>
        </p:txBody>
      </p:sp>
      <p:sp>
        <p:nvSpPr>
          <p:cNvPr id="679" name="Google Shape;679;g15ec5a52cdf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g278c191cc92_0_174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 dirty="0"/>
          </a:p>
        </p:txBody>
      </p:sp>
      <p:sp>
        <p:nvSpPr>
          <p:cNvPr id="763" name="Google Shape;763;g278c191cc92_0_174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hyperlink" Target="http://bit.ly/2TtBDfr" TargetMode="External"/><Relationship Id="rId5" Type="http://schemas.openxmlformats.org/officeDocument/2006/relationships/hyperlink" Target="http://bit.ly/2TyoMsr" TargetMode="External"/><Relationship Id="rId4" Type="http://schemas.openxmlformats.org/officeDocument/2006/relationships/hyperlink" Target="https://bit.ly/3A1uf1Q" TargetMode="Externa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1396950" y="1489325"/>
            <a:ext cx="6350100" cy="149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5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2307675" y="3178375"/>
            <a:ext cx="45288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16250" y="4703275"/>
            <a:ext cx="7511400" cy="238200"/>
            <a:chOff x="816250" y="4703275"/>
            <a:chExt cx="7511400" cy="238200"/>
          </a:xfrm>
        </p:grpSpPr>
        <p:sp>
          <p:nvSpPr>
            <p:cNvPr id="12" name="Google Shape;12;p2"/>
            <p:cNvSpPr/>
            <p:nvPr/>
          </p:nvSpPr>
          <p:spPr>
            <a:xfrm>
              <a:off x="816250" y="4703275"/>
              <a:ext cx="7511400" cy="2382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" name="Google Shape;13;p2"/>
            <p:cNvSpPr/>
            <p:nvPr/>
          </p:nvSpPr>
          <p:spPr>
            <a:xfrm rot="5400000">
              <a:off x="8018000" y="4631300"/>
              <a:ext cx="237300" cy="3819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" name="Google Shape;14;p2">
              <a:hlinkClick r:id="" action="ppaction://hlinkshowjump?jump=nextslide"/>
            </p:cNvPr>
            <p:cNvSpPr/>
            <p:nvPr/>
          </p:nvSpPr>
          <p:spPr>
            <a:xfrm rot="5400000" flipH="1">
              <a:off x="995725" y="4767925"/>
              <a:ext cx="125700" cy="108900"/>
            </a:xfrm>
            <a:prstGeom prst="triangle">
              <a:avLst>
                <a:gd name="adj" fmla="val 5000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grpSp>
          <p:nvGrpSpPr>
            <p:cNvPr id="15" name="Google Shape;15;p2"/>
            <p:cNvGrpSpPr/>
            <p:nvPr/>
          </p:nvGrpSpPr>
          <p:grpSpPr>
            <a:xfrm>
              <a:off x="8051978" y="4744266"/>
              <a:ext cx="158283" cy="156216"/>
              <a:chOff x="8058597" y="4744266"/>
              <a:chExt cx="158283" cy="156216"/>
            </a:xfrm>
          </p:grpSpPr>
          <p:sp>
            <p:nvSpPr>
              <p:cNvPr id="16" name="Google Shape;16;p2">
                <a:hlinkClick r:id="" action="ppaction://hlinkshowjump?jump=firstslide"/>
              </p:cNvPr>
              <p:cNvSpPr/>
              <p:nvPr/>
            </p:nvSpPr>
            <p:spPr>
              <a:xfrm>
                <a:off x="8170770" y="4753449"/>
                <a:ext cx="26957" cy="25369"/>
              </a:xfrm>
              <a:custGeom>
                <a:avLst/>
                <a:gdLst/>
                <a:ahLst/>
                <a:cxnLst/>
                <a:rect l="l" t="t" r="r" b="b"/>
                <a:pathLst>
                  <a:path w="3326" h="3130" extrusionOk="0">
                    <a:moveTo>
                      <a:pt x="482" y="1"/>
                    </a:moveTo>
                    <a:cubicBezTo>
                      <a:pt x="280" y="1"/>
                      <a:pt x="95" y="114"/>
                      <a:pt x="1" y="293"/>
                    </a:cubicBezTo>
                    <a:lnTo>
                      <a:pt x="3322" y="3130"/>
                    </a:lnTo>
                    <a:lnTo>
                      <a:pt x="3322" y="564"/>
                    </a:lnTo>
                    <a:cubicBezTo>
                      <a:pt x="3325" y="253"/>
                      <a:pt x="3072" y="1"/>
                      <a:pt x="2761" y="1"/>
                    </a:cubicBezTo>
                    <a:cubicBezTo>
                      <a:pt x="2760" y="1"/>
                      <a:pt x="2758" y="1"/>
                      <a:pt x="2756" y="1"/>
                    </a:cubicBezTo>
                    <a:lnTo>
                      <a:pt x="497" y="1"/>
                    </a:lnTo>
                    <a:cubicBezTo>
                      <a:pt x="492" y="1"/>
                      <a:pt x="487" y="1"/>
                      <a:pt x="48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solidFill>
                    <a:srgbClr val="435D74"/>
                  </a:solidFill>
                </a:endParaRPr>
              </a:p>
            </p:txBody>
          </p:sp>
          <p:sp>
            <p:nvSpPr>
              <p:cNvPr id="17" name="Google Shape;17;p2">
                <a:hlinkClick r:id="" action="ppaction://hlinkshowjump?jump=firstslide"/>
              </p:cNvPr>
              <p:cNvSpPr/>
              <p:nvPr/>
            </p:nvSpPr>
            <p:spPr>
              <a:xfrm>
                <a:off x="8120106" y="4854105"/>
                <a:ext cx="36618" cy="46377"/>
              </a:xfrm>
              <a:custGeom>
                <a:avLst/>
                <a:gdLst/>
                <a:ahLst/>
                <a:cxnLst/>
                <a:rect l="l" t="t" r="r" b="b"/>
                <a:pathLst>
                  <a:path w="4518" h="5722" extrusionOk="0">
                    <a:moveTo>
                      <a:pt x="2822" y="1130"/>
                    </a:moveTo>
                    <a:cubicBezTo>
                      <a:pt x="3325" y="1130"/>
                      <a:pt x="3578" y="1738"/>
                      <a:pt x="3222" y="2093"/>
                    </a:cubicBezTo>
                    <a:cubicBezTo>
                      <a:pt x="3106" y="2209"/>
                      <a:pt x="2964" y="2260"/>
                      <a:pt x="2825" y="2260"/>
                    </a:cubicBezTo>
                    <a:cubicBezTo>
                      <a:pt x="2535" y="2260"/>
                      <a:pt x="2259" y="2036"/>
                      <a:pt x="2259" y="1696"/>
                    </a:cubicBezTo>
                    <a:cubicBezTo>
                      <a:pt x="2259" y="1383"/>
                      <a:pt x="2509" y="1130"/>
                      <a:pt x="2822" y="1130"/>
                    </a:cubicBezTo>
                    <a:close/>
                    <a:moveTo>
                      <a:pt x="0" y="1"/>
                    </a:moveTo>
                    <a:lnTo>
                      <a:pt x="0" y="5722"/>
                    </a:lnTo>
                    <a:lnTo>
                      <a:pt x="4517" y="5722"/>
                    </a:lnTo>
                    <a:lnTo>
                      <a:pt x="4517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solidFill>
                    <a:srgbClr val="435D74"/>
                  </a:solidFill>
                </a:endParaRPr>
              </a:p>
            </p:txBody>
          </p:sp>
          <p:sp>
            <p:nvSpPr>
              <p:cNvPr id="18" name="Google Shape;18;p2">
                <a:hlinkClick r:id="" action="ppaction://hlinkshowjump?jump=firstslide"/>
              </p:cNvPr>
              <p:cNvSpPr/>
              <p:nvPr/>
            </p:nvSpPr>
            <p:spPr>
              <a:xfrm>
                <a:off x="8128941" y="4808344"/>
                <a:ext cx="18309" cy="18309"/>
              </a:xfrm>
              <a:custGeom>
                <a:avLst/>
                <a:gdLst/>
                <a:ahLst/>
                <a:cxnLst/>
                <a:rect l="l" t="t" r="r" b="b"/>
                <a:pathLst>
                  <a:path w="2259" h="2259" extrusionOk="0">
                    <a:moveTo>
                      <a:pt x="0" y="0"/>
                    </a:moveTo>
                    <a:lnTo>
                      <a:pt x="0" y="2259"/>
                    </a:lnTo>
                    <a:lnTo>
                      <a:pt x="2259" y="2259"/>
                    </a:lnTo>
                    <a:lnTo>
                      <a:pt x="2259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solidFill>
                    <a:srgbClr val="435D74"/>
                  </a:solidFill>
                </a:endParaRPr>
              </a:p>
            </p:txBody>
          </p:sp>
          <p:sp>
            <p:nvSpPr>
              <p:cNvPr id="19" name="Google Shape;19;p2">
                <a:hlinkClick r:id="" action="ppaction://hlinkshowjump?jump=firstslide"/>
              </p:cNvPr>
              <p:cNvSpPr/>
              <p:nvPr/>
            </p:nvSpPr>
            <p:spPr>
              <a:xfrm>
                <a:off x="8058597" y="4744266"/>
                <a:ext cx="158283" cy="77103"/>
              </a:xfrm>
              <a:custGeom>
                <a:avLst/>
                <a:gdLst/>
                <a:ahLst/>
                <a:cxnLst/>
                <a:rect l="l" t="t" r="r" b="b"/>
                <a:pathLst>
                  <a:path w="19529" h="9513" extrusionOk="0">
                    <a:moveTo>
                      <a:pt x="9821" y="0"/>
                    </a:moveTo>
                    <a:cubicBezTo>
                      <a:pt x="9559" y="0"/>
                      <a:pt x="9297" y="92"/>
                      <a:pt x="9086" y="276"/>
                    </a:cubicBezTo>
                    <a:lnTo>
                      <a:pt x="531" y="7521"/>
                    </a:lnTo>
                    <a:cubicBezTo>
                      <a:pt x="61" y="7921"/>
                      <a:pt x="1" y="8626"/>
                      <a:pt x="395" y="9099"/>
                    </a:cubicBezTo>
                    <a:cubicBezTo>
                      <a:pt x="620" y="9369"/>
                      <a:pt x="942" y="9508"/>
                      <a:pt x="1266" y="9508"/>
                    </a:cubicBezTo>
                    <a:cubicBezTo>
                      <a:pt x="1525" y="9508"/>
                      <a:pt x="1785" y="9419"/>
                      <a:pt x="1997" y="9237"/>
                    </a:cubicBezTo>
                    <a:lnTo>
                      <a:pt x="9821" y="2622"/>
                    </a:lnTo>
                    <a:lnTo>
                      <a:pt x="17544" y="9240"/>
                    </a:lnTo>
                    <a:cubicBezTo>
                      <a:pt x="17759" y="9425"/>
                      <a:pt x="18019" y="9513"/>
                      <a:pt x="18278" y="9513"/>
                    </a:cubicBezTo>
                    <a:cubicBezTo>
                      <a:pt x="18661" y="9513"/>
                      <a:pt x="19039" y="9318"/>
                      <a:pt x="19252" y="8954"/>
                    </a:cubicBezTo>
                    <a:cubicBezTo>
                      <a:pt x="19529" y="8482"/>
                      <a:pt x="19430" y="7879"/>
                      <a:pt x="19014" y="7524"/>
                    </a:cubicBezTo>
                    <a:lnTo>
                      <a:pt x="10555" y="276"/>
                    </a:lnTo>
                    <a:cubicBezTo>
                      <a:pt x="10345" y="92"/>
                      <a:pt x="10083" y="0"/>
                      <a:pt x="982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solidFill>
                    <a:srgbClr val="435D74"/>
                  </a:solidFill>
                </a:endParaRPr>
              </a:p>
            </p:txBody>
          </p:sp>
          <p:sp>
            <p:nvSpPr>
              <p:cNvPr id="20" name="Google Shape;20;p2">
                <a:hlinkClick r:id="" action="ppaction://hlinkshowjump?jump=firstslide"/>
              </p:cNvPr>
              <p:cNvSpPr/>
              <p:nvPr/>
            </p:nvSpPr>
            <p:spPr>
              <a:xfrm>
                <a:off x="8077733" y="4777545"/>
                <a:ext cx="119889" cy="122937"/>
              </a:xfrm>
              <a:custGeom>
                <a:avLst/>
                <a:gdLst/>
                <a:ahLst/>
                <a:cxnLst/>
                <a:rect l="l" t="t" r="r" b="b"/>
                <a:pathLst>
                  <a:path w="14792" h="15168" extrusionOk="0">
                    <a:moveTo>
                      <a:pt x="9143" y="2671"/>
                    </a:moveTo>
                    <a:cubicBezTo>
                      <a:pt x="9453" y="2671"/>
                      <a:pt x="9706" y="2924"/>
                      <a:pt x="9706" y="3237"/>
                    </a:cubicBezTo>
                    <a:lnTo>
                      <a:pt x="9706" y="6625"/>
                    </a:lnTo>
                    <a:cubicBezTo>
                      <a:pt x="9706" y="6935"/>
                      <a:pt x="9453" y="7188"/>
                      <a:pt x="9143" y="7188"/>
                    </a:cubicBezTo>
                    <a:lnTo>
                      <a:pt x="5755" y="7188"/>
                    </a:lnTo>
                    <a:cubicBezTo>
                      <a:pt x="5442" y="7188"/>
                      <a:pt x="5189" y="6935"/>
                      <a:pt x="5189" y="6625"/>
                    </a:cubicBezTo>
                    <a:lnTo>
                      <a:pt x="5189" y="3237"/>
                    </a:lnTo>
                    <a:cubicBezTo>
                      <a:pt x="5189" y="2924"/>
                      <a:pt x="5442" y="2671"/>
                      <a:pt x="5755" y="2671"/>
                    </a:cubicBezTo>
                    <a:close/>
                    <a:moveTo>
                      <a:pt x="7448" y="0"/>
                    </a:moveTo>
                    <a:lnTo>
                      <a:pt x="4" y="6291"/>
                    </a:lnTo>
                    <a:lnTo>
                      <a:pt x="4" y="14605"/>
                    </a:lnTo>
                    <a:cubicBezTo>
                      <a:pt x="1" y="14913"/>
                      <a:pt x="254" y="15168"/>
                      <a:pt x="564" y="15168"/>
                    </a:cubicBezTo>
                    <a:cubicBezTo>
                      <a:pt x="566" y="15168"/>
                      <a:pt x="568" y="15168"/>
                      <a:pt x="570" y="15168"/>
                    </a:cubicBezTo>
                    <a:lnTo>
                      <a:pt x="4060" y="15168"/>
                    </a:lnTo>
                    <a:lnTo>
                      <a:pt x="4060" y="8883"/>
                    </a:lnTo>
                    <a:cubicBezTo>
                      <a:pt x="4060" y="8570"/>
                      <a:pt x="4313" y="8317"/>
                      <a:pt x="4626" y="8317"/>
                    </a:cubicBezTo>
                    <a:lnTo>
                      <a:pt x="10272" y="8317"/>
                    </a:lnTo>
                    <a:cubicBezTo>
                      <a:pt x="10582" y="8317"/>
                      <a:pt x="10835" y="8570"/>
                      <a:pt x="10835" y="8883"/>
                    </a:cubicBezTo>
                    <a:lnTo>
                      <a:pt x="10835" y="15168"/>
                    </a:lnTo>
                    <a:lnTo>
                      <a:pt x="14223" y="15168"/>
                    </a:lnTo>
                    <a:cubicBezTo>
                      <a:pt x="14225" y="15168"/>
                      <a:pt x="14227" y="15168"/>
                      <a:pt x="14228" y="15168"/>
                    </a:cubicBezTo>
                    <a:cubicBezTo>
                      <a:pt x="14539" y="15168"/>
                      <a:pt x="14792" y="14913"/>
                      <a:pt x="14789" y="14605"/>
                    </a:cubicBezTo>
                    <a:lnTo>
                      <a:pt x="14789" y="6291"/>
                    </a:lnTo>
                    <a:lnTo>
                      <a:pt x="7448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solidFill>
                    <a:srgbClr val="435D74"/>
                  </a:solidFill>
                </a:endParaRPr>
              </a:p>
            </p:txBody>
          </p:sp>
        </p:grpSp>
      </p:grpSp>
      <p:grpSp>
        <p:nvGrpSpPr>
          <p:cNvPr id="21" name="Google Shape;21;p2"/>
          <p:cNvGrpSpPr/>
          <p:nvPr/>
        </p:nvGrpSpPr>
        <p:grpSpPr>
          <a:xfrm>
            <a:off x="8430775" y="2919400"/>
            <a:ext cx="282000" cy="1270550"/>
            <a:chOff x="4314650" y="3034025"/>
            <a:chExt cx="282000" cy="1270550"/>
          </a:xfrm>
        </p:grpSpPr>
        <p:sp>
          <p:nvSpPr>
            <p:cNvPr id="22" name="Google Shape;22;p2"/>
            <p:cNvSpPr/>
            <p:nvPr/>
          </p:nvSpPr>
          <p:spPr>
            <a:xfrm>
              <a:off x="4314650" y="3034025"/>
              <a:ext cx="282000" cy="479525"/>
            </a:xfrm>
            <a:custGeom>
              <a:avLst/>
              <a:gdLst/>
              <a:ahLst/>
              <a:cxnLst/>
              <a:rect l="l" t="t" r="r" b="b"/>
              <a:pathLst>
                <a:path w="11280" h="19181" extrusionOk="0">
                  <a:moveTo>
                    <a:pt x="0" y="1"/>
                  </a:moveTo>
                  <a:lnTo>
                    <a:pt x="0" y="11280"/>
                  </a:lnTo>
                  <a:lnTo>
                    <a:pt x="11280" y="19180"/>
                  </a:lnTo>
                  <a:lnTo>
                    <a:pt x="11280" y="790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4314650" y="3376575"/>
              <a:ext cx="282000" cy="295025"/>
            </a:xfrm>
            <a:custGeom>
              <a:avLst/>
              <a:gdLst/>
              <a:ahLst/>
              <a:cxnLst/>
              <a:rect l="l" t="t" r="r" b="b"/>
              <a:pathLst>
                <a:path w="11280" h="11801" extrusionOk="0">
                  <a:moveTo>
                    <a:pt x="0" y="0"/>
                  </a:moveTo>
                  <a:lnTo>
                    <a:pt x="0" y="3901"/>
                  </a:lnTo>
                  <a:lnTo>
                    <a:pt x="11280" y="11801"/>
                  </a:lnTo>
                  <a:lnTo>
                    <a:pt x="11280" y="79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4314650" y="3534650"/>
              <a:ext cx="282000" cy="295375"/>
            </a:xfrm>
            <a:custGeom>
              <a:avLst/>
              <a:gdLst/>
              <a:ahLst/>
              <a:cxnLst/>
              <a:rect l="l" t="t" r="r" b="b"/>
              <a:pathLst>
                <a:path w="11280" h="11815" extrusionOk="0">
                  <a:moveTo>
                    <a:pt x="0" y="0"/>
                  </a:moveTo>
                  <a:lnTo>
                    <a:pt x="0" y="3915"/>
                  </a:lnTo>
                  <a:lnTo>
                    <a:pt x="11280" y="11815"/>
                  </a:lnTo>
                  <a:lnTo>
                    <a:pt x="11280" y="79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4314650" y="3693050"/>
              <a:ext cx="282000" cy="295050"/>
            </a:xfrm>
            <a:custGeom>
              <a:avLst/>
              <a:gdLst/>
              <a:ahLst/>
              <a:cxnLst/>
              <a:rect l="l" t="t" r="r" b="b"/>
              <a:pathLst>
                <a:path w="11280" h="11802" extrusionOk="0">
                  <a:moveTo>
                    <a:pt x="0" y="1"/>
                  </a:moveTo>
                  <a:lnTo>
                    <a:pt x="0" y="3902"/>
                  </a:lnTo>
                  <a:lnTo>
                    <a:pt x="11280" y="11801"/>
                  </a:lnTo>
                  <a:lnTo>
                    <a:pt x="11280" y="790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4314650" y="3851125"/>
              <a:ext cx="282000" cy="295400"/>
            </a:xfrm>
            <a:custGeom>
              <a:avLst/>
              <a:gdLst/>
              <a:ahLst/>
              <a:cxnLst/>
              <a:rect l="l" t="t" r="r" b="b"/>
              <a:pathLst>
                <a:path w="11280" h="11816" extrusionOk="0">
                  <a:moveTo>
                    <a:pt x="0" y="1"/>
                  </a:moveTo>
                  <a:lnTo>
                    <a:pt x="0" y="3915"/>
                  </a:lnTo>
                  <a:lnTo>
                    <a:pt x="11280" y="11815"/>
                  </a:lnTo>
                  <a:lnTo>
                    <a:pt x="11280" y="790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4314650" y="4009550"/>
              <a:ext cx="282000" cy="295025"/>
            </a:xfrm>
            <a:custGeom>
              <a:avLst/>
              <a:gdLst/>
              <a:ahLst/>
              <a:cxnLst/>
              <a:rect l="l" t="t" r="r" b="b"/>
              <a:pathLst>
                <a:path w="11280" h="11801" extrusionOk="0">
                  <a:moveTo>
                    <a:pt x="0" y="0"/>
                  </a:moveTo>
                  <a:lnTo>
                    <a:pt x="0" y="3901"/>
                  </a:lnTo>
                  <a:lnTo>
                    <a:pt x="11280" y="11801"/>
                  </a:lnTo>
                  <a:lnTo>
                    <a:pt x="11280" y="79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28" name="Google Shape;28;p2"/>
          <p:cNvGrpSpPr/>
          <p:nvPr/>
        </p:nvGrpSpPr>
        <p:grpSpPr>
          <a:xfrm>
            <a:off x="-169025" y="-407950"/>
            <a:ext cx="9918798" cy="4970349"/>
            <a:chOff x="-169025" y="-407950"/>
            <a:chExt cx="9918798" cy="4970349"/>
          </a:xfrm>
        </p:grpSpPr>
        <p:pic>
          <p:nvPicPr>
            <p:cNvPr id="29" name="Google Shape;29;p2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-169025" y="2782275"/>
              <a:ext cx="1621173" cy="1780124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30" name="Google Shape;30;p2"/>
            <p:cNvGrpSpPr/>
            <p:nvPr/>
          </p:nvGrpSpPr>
          <p:grpSpPr>
            <a:xfrm>
              <a:off x="295663" y="3326450"/>
              <a:ext cx="691775" cy="691775"/>
              <a:chOff x="1323700" y="2294750"/>
              <a:chExt cx="691775" cy="691775"/>
            </a:xfrm>
          </p:grpSpPr>
          <p:sp>
            <p:nvSpPr>
              <p:cNvPr id="31" name="Google Shape;31;p2"/>
              <p:cNvSpPr/>
              <p:nvPr/>
            </p:nvSpPr>
            <p:spPr>
              <a:xfrm>
                <a:off x="1375450" y="2304250"/>
                <a:ext cx="630525" cy="630525"/>
              </a:xfrm>
              <a:custGeom>
                <a:avLst/>
                <a:gdLst/>
                <a:ahLst/>
                <a:cxnLst/>
                <a:rect l="l" t="t" r="r" b="b"/>
                <a:pathLst>
                  <a:path w="25221" h="25221" extrusionOk="0">
                    <a:moveTo>
                      <a:pt x="4056" y="1"/>
                    </a:moveTo>
                    <a:lnTo>
                      <a:pt x="0" y="4056"/>
                    </a:lnTo>
                    <a:lnTo>
                      <a:pt x="8548" y="12618"/>
                    </a:lnTo>
                    <a:lnTo>
                      <a:pt x="0" y="21165"/>
                    </a:lnTo>
                    <a:lnTo>
                      <a:pt x="4056" y="25221"/>
                    </a:lnTo>
                    <a:lnTo>
                      <a:pt x="12603" y="16673"/>
                    </a:lnTo>
                    <a:lnTo>
                      <a:pt x="21165" y="25221"/>
                    </a:lnTo>
                    <a:lnTo>
                      <a:pt x="25220" y="21165"/>
                    </a:lnTo>
                    <a:lnTo>
                      <a:pt x="16673" y="12618"/>
                    </a:lnTo>
                    <a:lnTo>
                      <a:pt x="25220" y="4056"/>
                    </a:lnTo>
                    <a:lnTo>
                      <a:pt x="21165" y="1"/>
                    </a:lnTo>
                    <a:lnTo>
                      <a:pt x="12603" y="8548"/>
                    </a:lnTo>
                    <a:lnTo>
                      <a:pt x="4056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2" name="Google Shape;32;p2"/>
              <p:cNvSpPr/>
              <p:nvPr/>
            </p:nvSpPr>
            <p:spPr>
              <a:xfrm>
                <a:off x="1365925" y="2294750"/>
                <a:ext cx="649550" cy="649550"/>
              </a:xfrm>
              <a:custGeom>
                <a:avLst/>
                <a:gdLst/>
                <a:ahLst/>
                <a:cxnLst/>
                <a:rect l="l" t="t" r="r" b="b"/>
                <a:pathLst>
                  <a:path w="25982" h="25982" extrusionOk="0">
                    <a:moveTo>
                      <a:pt x="21546" y="747"/>
                    </a:moveTo>
                    <a:lnTo>
                      <a:pt x="25249" y="4436"/>
                    </a:lnTo>
                    <a:lnTo>
                      <a:pt x="16688" y="12984"/>
                    </a:lnTo>
                    <a:lnTo>
                      <a:pt x="25249" y="21531"/>
                    </a:lnTo>
                    <a:lnTo>
                      <a:pt x="21546" y="25235"/>
                    </a:lnTo>
                    <a:lnTo>
                      <a:pt x="12984" y="16673"/>
                    </a:lnTo>
                    <a:lnTo>
                      <a:pt x="4451" y="25235"/>
                    </a:lnTo>
                    <a:lnTo>
                      <a:pt x="747" y="21545"/>
                    </a:lnTo>
                    <a:lnTo>
                      <a:pt x="9295" y="12998"/>
                    </a:lnTo>
                    <a:lnTo>
                      <a:pt x="747" y="4436"/>
                    </a:lnTo>
                    <a:lnTo>
                      <a:pt x="4437" y="747"/>
                    </a:lnTo>
                    <a:lnTo>
                      <a:pt x="12984" y="9308"/>
                    </a:lnTo>
                    <a:lnTo>
                      <a:pt x="21546" y="747"/>
                    </a:lnTo>
                    <a:close/>
                    <a:moveTo>
                      <a:pt x="4437" y="0"/>
                    </a:moveTo>
                    <a:lnTo>
                      <a:pt x="1" y="4436"/>
                    </a:lnTo>
                    <a:lnTo>
                      <a:pt x="8562" y="12998"/>
                    </a:lnTo>
                    <a:lnTo>
                      <a:pt x="1" y="21545"/>
                    </a:lnTo>
                    <a:lnTo>
                      <a:pt x="4437" y="25981"/>
                    </a:lnTo>
                    <a:lnTo>
                      <a:pt x="12984" y="17419"/>
                    </a:lnTo>
                    <a:lnTo>
                      <a:pt x="21546" y="25981"/>
                    </a:lnTo>
                    <a:lnTo>
                      <a:pt x="25982" y="21545"/>
                    </a:lnTo>
                    <a:lnTo>
                      <a:pt x="17434" y="12998"/>
                    </a:lnTo>
                    <a:lnTo>
                      <a:pt x="25982" y="4436"/>
                    </a:lnTo>
                    <a:lnTo>
                      <a:pt x="21546" y="0"/>
                    </a:lnTo>
                    <a:lnTo>
                      <a:pt x="12984" y="8562"/>
                    </a:lnTo>
                    <a:lnTo>
                      <a:pt x="4437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3" name="Google Shape;33;p2"/>
              <p:cNvSpPr/>
              <p:nvPr/>
            </p:nvSpPr>
            <p:spPr>
              <a:xfrm>
                <a:off x="1333200" y="2346500"/>
                <a:ext cx="630525" cy="630525"/>
              </a:xfrm>
              <a:custGeom>
                <a:avLst/>
                <a:gdLst/>
                <a:ahLst/>
                <a:cxnLst/>
                <a:rect l="l" t="t" r="r" b="b"/>
                <a:pathLst>
                  <a:path w="25221" h="25221" extrusionOk="0">
                    <a:moveTo>
                      <a:pt x="4056" y="0"/>
                    </a:moveTo>
                    <a:lnTo>
                      <a:pt x="0" y="4056"/>
                    </a:lnTo>
                    <a:lnTo>
                      <a:pt x="8548" y="12618"/>
                    </a:lnTo>
                    <a:lnTo>
                      <a:pt x="0" y="21165"/>
                    </a:lnTo>
                    <a:lnTo>
                      <a:pt x="4056" y="25221"/>
                    </a:lnTo>
                    <a:lnTo>
                      <a:pt x="12603" y="16673"/>
                    </a:lnTo>
                    <a:lnTo>
                      <a:pt x="21165" y="25221"/>
                    </a:lnTo>
                    <a:lnTo>
                      <a:pt x="25221" y="21165"/>
                    </a:lnTo>
                    <a:lnTo>
                      <a:pt x="16673" y="12618"/>
                    </a:lnTo>
                    <a:lnTo>
                      <a:pt x="25221" y="4056"/>
                    </a:lnTo>
                    <a:lnTo>
                      <a:pt x="21165" y="0"/>
                    </a:lnTo>
                    <a:lnTo>
                      <a:pt x="12603" y="8548"/>
                    </a:lnTo>
                    <a:lnTo>
                      <a:pt x="4056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4" name="Google Shape;34;p2"/>
              <p:cNvSpPr/>
              <p:nvPr/>
            </p:nvSpPr>
            <p:spPr>
              <a:xfrm>
                <a:off x="1323700" y="2337350"/>
                <a:ext cx="649525" cy="649175"/>
              </a:xfrm>
              <a:custGeom>
                <a:avLst/>
                <a:gdLst/>
                <a:ahLst/>
                <a:cxnLst/>
                <a:rect l="l" t="t" r="r" b="b"/>
                <a:pathLst>
                  <a:path w="25981" h="25967" extrusionOk="0">
                    <a:moveTo>
                      <a:pt x="21531" y="733"/>
                    </a:moveTo>
                    <a:lnTo>
                      <a:pt x="25220" y="4422"/>
                    </a:lnTo>
                    <a:lnTo>
                      <a:pt x="16673" y="12984"/>
                    </a:lnTo>
                    <a:lnTo>
                      <a:pt x="25234" y="21531"/>
                    </a:lnTo>
                    <a:lnTo>
                      <a:pt x="21545" y="25221"/>
                    </a:lnTo>
                    <a:lnTo>
                      <a:pt x="12983" y="16673"/>
                    </a:lnTo>
                    <a:lnTo>
                      <a:pt x="4450" y="25221"/>
                    </a:lnTo>
                    <a:lnTo>
                      <a:pt x="746" y="21531"/>
                    </a:lnTo>
                    <a:lnTo>
                      <a:pt x="9294" y="12984"/>
                    </a:lnTo>
                    <a:lnTo>
                      <a:pt x="732" y="4422"/>
                    </a:lnTo>
                    <a:lnTo>
                      <a:pt x="4436" y="747"/>
                    </a:lnTo>
                    <a:lnTo>
                      <a:pt x="12983" y="9294"/>
                    </a:lnTo>
                    <a:lnTo>
                      <a:pt x="21531" y="733"/>
                    </a:lnTo>
                    <a:close/>
                    <a:moveTo>
                      <a:pt x="4436" y="0"/>
                    </a:moveTo>
                    <a:lnTo>
                      <a:pt x="0" y="4422"/>
                    </a:lnTo>
                    <a:lnTo>
                      <a:pt x="8548" y="12984"/>
                    </a:lnTo>
                    <a:lnTo>
                      <a:pt x="0" y="21531"/>
                    </a:lnTo>
                    <a:lnTo>
                      <a:pt x="4436" y="25967"/>
                    </a:lnTo>
                    <a:lnTo>
                      <a:pt x="12983" y="17419"/>
                    </a:lnTo>
                    <a:lnTo>
                      <a:pt x="21545" y="25967"/>
                    </a:lnTo>
                    <a:lnTo>
                      <a:pt x="25981" y="21531"/>
                    </a:lnTo>
                    <a:lnTo>
                      <a:pt x="17433" y="12984"/>
                    </a:lnTo>
                    <a:lnTo>
                      <a:pt x="25967" y="4422"/>
                    </a:lnTo>
                    <a:lnTo>
                      <a:pt x="21545" y="0"/>
                    </a:lnTo>
                    <a:lnTo>
                      <a:pt x="12983" y="8548"/>
                    </a:lnTo>
                    <a:lnTo>
                      <a:pt x="443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  <p:pic>
          <p:nvPicPr>
            <p:cNvPr id="35" name="Google Shape;35;p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7747050" y="-407950"/>
              <a:ext cx="2002724" cy="182377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6" name="Google Shape;36;p2"/>
          <p:cNvSpPr/>
          <p:nvPr/>
        </p:nvSpPr>
        <p:spPr>
          <a:xfrm>
            <a:off x="610200" y="499775"/>
            <a:ext cx="299426" cy="299426"/>
          </a:xfrm>
          <a:custGeom>
            <a:avLst/>
            <a:gdLst/>
            <a:ahLst/>
            <a:cxnLst/>
            <a:rect l="l" t="t" r="r" b="b"/>
            <a:pathLst>
              <a:path w="17927" h="17927" extrusionOk="0">
                <a:moveTo>
                  <a:pt x="1" y="0"/>
                </a:moveTo>
                <a:lnTo>
                  <a:pt x="1" y="5985"/>
                </a:lnTo>
                <a:lnTo>
                  <a:pt x="1" y="17926"/>
                </a:lnTo>
                <a:lnTo>
                  <a:pt x="5986" y="17926"/>
                </a:lnTo>
                <a:lnTo>
                  <a:pt x="5986" y="5985"/>
                </a:lnTo>
                <a:lnTo>
                  <a:pt x="17927" y="5985"/>
                </a:lnTo>
                <a:lnTo>
                  <a:pt x="17927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5"/>
          <p:cNvSpPr txBox="1">
            <a:spLocks noGrp="1"/>
          </p:cNvSpPr>
          <p:nvPr>
            <p:ph type="subTitle" idx="1"/>
          </p:nvPr>
        </p:nvSpPr>
        <p:spPr>
          <a:xfrm>
            <a:off x="4798772" y="2583575"/>
            <a:ext cx="3058500" cy="144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5"/>
          <p:cNvSpPr txBox="1">
            <a:spLocks noGrp="1"/>
          </p:cNvSpPr>
          <p:nvPr>
            <p:ph type="subTitle" idx="2"/>
          </p:nvPr>
        </p:nvSpPr>
        <p:spPr>
          <a:xfrm>
            <a:off x="1286725" y="2583575"/>
            <a:ext cx="3058500" cy="144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5"/>
          <p:cNvSpPr txBox="1">
            <a:spLocks noGrp="1"/>
          </p:cNvSpPr>
          <p:nvPr>
            <p:ph type="subTitle" idx="3"/>
          </p:nvPr>
        </p:nvSpPr>
        <p:spPr>
          <a:xfrm>
            <a:off x="1286725" y="2210500"/>
            <a:ext cx="3058500" cy="429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None/>
              <a:defRPr sz="18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None/>
              <a:defRPr sz="2400" b="1"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None/>
              <a:defRPr sz="2400" b="1"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None/>
              <a:defRPr sz="2400" b="1"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None/>
              <a:defRPr sz="2400" b="1"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None/>
              <a:defRPr sz="2400" b="1"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None/>
              <a:defRPr sz="2400" b="1"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None/>
              <a:defRPr sz="2400" b="1"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None/>
              <a:defRPr sz="2400" b="1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74" name="Google Shape;74;p5"/>
          <p:cNvSpPr txBox="1">
            <a:spLocks noGrp="1"/>
          </p:cNvSpPr>
          <p:nvPr>
            <p:ph type="subTitle" idx="4"/>
          </p:nvPr>
        </p:nvSpPr>
        <p:spPr>
          <a:xfrm>
            <a:off x="4798770" y="2210500"/>
            <a:ext cx="3058500" cy="429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None/>
              <a:defRPr sz="18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None/>
              <a:defRPr sz="2400" b="1"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None/>
              <a:defRPr sz="2400" b="1"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None/>
              <a:defRPr sz="2400" b="1"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None/>
              <a:defRPr sz="2400" b="1"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None/>
              <a:defRPr sz="2400" b="1"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None/>
              <a:defRPr sz="2400" b="1"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None/>
              <a:defRPr sz="2400" b="1"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None/>
              <a:defRPr sz="2400" b="1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grpSp>
        <p:nvGrpSpPr>
          <p:cNvPr id="75" name="Google Shape;75;p5"/>
          <p:cNvGrpSpPr/>
          <p:nvPr/>
        </p:nvGrpSpPr>
        <p:grpSpPr>
          <a:xfrm>
            <a:off x="816250" y="4703275"/>
            <a:ext cx="7511400" cy="238200"/>
            <a:chOff x="816250" y="4703275"/>
            <a:chExt cx="7511400" cy="238200"/>
          </a:xfrm>
        </p:grpSpPr>
        <p:grpSp>
          <p:nvGrpSpPr>
            <p:cNvPr id="76" name="Google Shape;76;p5"/>
            <p:cNvGrpSpPr/>
            <p:nvPr/>
          </p:nvGrpSpPr>
          <p:grpSpPr>
            <a:xfrm>
              <a:off x="816250" y="4703275"/>
              <a:ext cx="7511400" cy="238200"/>
              <a:chOff x="816250" y="4630450"/>
              <a:chExt cx="7511400" cy="238200"/>
            </a:xfrm>
          </p:grpSpPr>
          <p:sp>
            <p:nvSpPr>
              <p:cNvPr id="77" name="Google Shape;77;p5"/>
              <p:cNvSpPr/>
              <p:nvPr/>
            </p:nvSpPr>
            <p:spPr>
              <a:xfrm>
                <a:off x="816250" y="4630450"/>
                <a:ext cx="7511400" cy="238200"/>
              </a:xfrm>
              <a:prstGeom prst="roundRect">
                <a:avLst>
                  <a:gd name="adj" fmla="val 50000"/>
                </a:avLst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78" name="Google Shape;78;p5"/>
              <p:cNvSpPr/>
              <p:nvPr/>
            </p:nvSpPr>
            <p:spPr>
              <a:xfrm rot="5400000">
                <a:off x="8018000" y="4558475"/>
                <a:ext cx="237300" cy="381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79" name="Google Shape;79;p5">
                <a:hlinkClick r:id="" action="ppaction://hlinkshowjump?jump=previousslide"/>
              </p:cNvPr>
              <p:cNvSpPr/>
              <p:nvPr/>
            </p:nvSpPr>
            <p:spPr>
              <a:xfrm rot="-5400000">
                <a:off x="892550" y="4695100"/>
                <a:ext cx="125700" cy="108900"/>
              </a:xfrm>
              <a:prstGeom prst="triangle">
                <a:avLst>
                  <a:gd name="adj" fmla="val 50000"/>
                </a:avLst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80" name="Google Shape;80;p5">
                <a:hlinkClick r:id="" action="ppaction://hlinkshowjump?jump=nextslide"/>
              </p:cNvPr>
              <p:cNvSpPr/>
              <p:nvPr/>
            </p:nvSpPr>
            <p:spPr>
              <a:xfrm rot="5400000" flipH="1">
                <a:off x="1084525" y="4695100"/>
                <a:ext cx="125700" cy="108900"/>
              </a:xfrm>
              <a:prstGeom prst="triangle">
                <a:avLst>
                  <a:gd name="adj" fmla="val 50000"/>
                </a:avLst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  <p:grpSp>
          <p:nvGrpSpPr>
            <p:cNvPr id="81" name="Google Shape;81;p5"/>
            <p:cNvGrpSpPr/>
            <p:nvPr/>
          </p:nvGrpSpPr>
          <p:grpSpPr>
            <a:xfrm>
              <a:off x="8051978" y="4744266"/>
              <a:ext cx="158283" cy="156216"/>
              <a:chOff x="8058597" y="4744266"/>
              <a:chExt cx="158283" cy="156216"/>
            </a:xfrm>
          </p:grpSpPr>
          <p:sp>
            <p:nvSpPr>
              <p:cNvPr id="82" name="Google Shape;82;p5">
                <a:hlinkClick r:id="" action="ppaction://hlinkshowjump?jump=firstslide"/>
              </p:cNvPr>
              <p:cNvSpPr/>
              <p:nvPr/>
            </p:nvSpPr>
            <p:spPr>
              <a:xfrm>
                <a:off x="8170770" y="4753449"/>
                <a:ext cx="26957" cy="25369"/>
              </a:xfrm>
              <a:custGeom>
                <a:avLst/>
                <a:gdLst/>
                <a:ahLst/>
                <a:cxnLst/>
                <a:rect l="l" t="t" r="r" b="b"/>
                <a:pathLst>
                  <a:path w="3326" h="3130" extrusionOk="0">
                    <a:moveTo>
                      <a:pt x="482" y="1"/>
                    </a:moveTo>
                    <a:cubicBezTo>
                      <a:pt x="280" y="1"/>
                      <a:pt x="95" y="114"/>
                      <a:pt x="1" y="293"/>
                    </a:cubicBezTo>
                    <a:lnTo>
                      <a:pt x="3322" y="3130"/>
                    </a:lnTo>
                    <a:lnTo>
                      <a:pt x="3322" y="564"/>
                    </a:lnTo>
                    <a:cubicBezTo>
                      <a:pt x="3325" y="253"/>
                      <a:pt x="3072" y="1"/>
                      <a:pt x="2761" y="1"/>
                    </a:cubicBezTo>
                    <a:cubicBezTo>
                      <a:pt x="2760" y="1"/>
                      <a:pt x="2758" y="1"/>
                      <a:pt x="2756" y="1"/>
                    </a:cubicBezTo>
                    <a:lnTo>
                      <a:pt x="497" y="1"/>
                    </a:lnTo>
                    <a:cubicBezTo>
                      <a:pt x="492" y="1"/>
                      <a:pt x="487" y="1"/>
                      <a:pt x="48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solidFill>
                    <a:srgbClr val="435D74"/>
                  </a:solidFill>
                </a:endParaRPr>
              </a:p>
            </p:txBody>
          </p:sp>
          <p:sp>
            <p:nvSpPr>
              <p:cNvPr id="83" name="Google Shape;83;p5">
                <a:hlinkClick r:id="" action="ppaction://hlinkshowjump?jump=firstslide"/>
              </p:cNvPr>
              <p:cNvSpPr/>
              <p:nvPr/>
            </p:nvSpPr>
            <p:spPr>
              <a:xfrm>
                <a:off x="8120106" y="4854105"/>
                <a:ext cx="36618" cy="46377"/>
              </a:xfrm>
              <a:custGeom>
                <a:avLst/>
                <a:gdLst/>
                <a:ahLst/>
                <a:cxnLst/>
                <a:rect l="l" t="t" r="r" b="b"/>
                <a:pathLst>
                  <a:path w="4518" h="5722" extrusionOk="0">
                    <a:moveTo>
                      <a:pt x="2822" y="1130"/>
                    </a:moveTo>
                    <a:cubicBezTo>
                      <a:pt x="3325" y="1130"/>
                      <a:pt x="3578" y="1738"/>
                      <a:pt x="3222" y="2093"/>
                    </a:cubicBezTo>
                    <a:cubicBezTo>
                      <a:pt x="3106" y="2209"/>
                      <a:pt x="2964" y="2260"/>
                      <a:pt x="2825" y="2260"/>
                    </a:cubicBezTo>
                    <a:cubicBezTo>
                      <a:pt x="2535" y="2260"/>
                      <a:pt x="2259" y="2036"/>
                      <a:pt x="2259" y="1696"/>
                    </a:cubicBezTo>
                    <a:cubicBezTo>
                      <a:pt x="2259" y="1383"/>
                      <a:pt x="2509" y="1130"/>
                      <a:pt x="2822" y="1130"/>
                    </a:cubicBezTo>
                    <a:close/>
                    <a:moveTo>
                      <a:pt x="0" y="1"/>
                    </a:moveTo>
                    <a:lnTo>
                      <a:pt x="0" y="5722"/>
                    </a:lnTo>
                    <a:lnTo>
                      <a:pt x="4517" y="5722"/>
                    </a:lnTo>
                    <a:lnTo>
                      <a:pt x="4517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solidFill>
                    <a:srgbClr val="435D74"/>
                  </a:solidFill>
                </a:endParaRPr>
              </a:p>
            </p:txBody>
          </p:sp>
          <p:sp>
            <p:nvSpPr>
              <p:cNvPr id="84" name="Google Shape;84;p5">
                <a:hlinkClick r:id="" action="ppaction://hlinkshowjump?jump=firstslide"/>
              </p:cNvPr>
              <p:cNvSpPr/>
              <p:nvPr/>
            </p:nvSpPr>
            <p:spPr>
              <a:xfrm>
                <a:off x="8128941" y="4808344"/>
                <a:ext cx="18309" cy="18309"/>
              </a:xfrm>
              <a:custGeom>
                <a:avLst/>
                <a:gdLst/>
                <a:ahLst/>
                <a:cxnLst/>
                <a:rect l="l" t="t" r="r" b="b"/>
                <a:pathLst>
                  <a:path w="2259" h="2259" extrusionOk="0">
                    <a:moveTo>
                      <a:pt x="0" y="0"/>
                    </a:moveTo>
                    <a:lnTo>
                      <a:pt x="0" y="2259"/>
                    </a:lnTo>
                    <a:lnTo>
                      <a:pt x="2259" y="2259"/>
                    </a:lnTo>
                    <a:lnTo>
                      <a:pt x="2259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solidFill>
                    <a:srgbClr val="435D74"/>
                  </a:solidFill>
                </a:endParaRPr>
              </a:p>
            </p:txBody>
          </p:sp>
          <p:sp>
            <p:nvSpPr>
              <p:cNvPr id="85" name="Google Shape;85;p5">
                <a:hlinkClick r:id="" action="ppaction://hlinkshowjump?jump=firstslide"/>
              </p:cNvPr>
              <p:cNvSpPr/>
              <p:nvPr/>
            </p:nvSpPr>
            <p:spPr>
              <a:xfrm>
                <a:off x="8058597" y="4744266"/>
                <a:ext cx="158283" cy="77103"/>
              </a:xfrm>
              <a:custGeom>
                <a:avLst/>
                <a:gdLst/>
                <a:ahLst/>
                <a:cxnLst/>
                <a:rect l="l" t="t" r="r" b="b"/>
                <a:pathLst>
                  <a:path w="19529" h="9513" extrusionOk="0">
                    <a:moveTo>
                      <a:pt x="9821" y="0"/>
                    </a:moveTo>
                    <a:cubicBezTo>
                      <a:pt x="9559" y="0"/>
                      <a:pt x="9297" y="92"/>
                      <a:pt x="9086" y="276"/>
                    </a:cubicBezTo>
                    <a:lnTo>
                      <a:pt x="531" y="7521"/>
                    </a:lnTo>
                    <a:cubicBezTo>
                      <a:pt x="61" y="7921"/>
                      <a:pt x="1" y="8626"/>
                      <a:pt x="395" y="9099"/>
                    </a:cubicBezTo>
                    <a:cubicBezTo>
                      <a:pt x="620" y="9369"/>
                      <a:pt x="942" y="9508"/>
                      <a:pt x="1266" y="9508"/>
                    </a:cubicBezTo>
                    <a:cubicBezTo>
                      <a:pt x="1525" y="9508"/>
                      <a:pt x="1785" y="9419"/>
                      <a:pt x="1997" y="9237"/>
                    </a:cubicBezTo>
                    <a:lnTo>
                      <a:pt x="9821" y="2622"/>
                    </a:lnTo>
                    <a:lnTo>
                      <a:pt x="17544" y="9240"/>
                    </a:lnTo>
                    <a:cubicBezTo>
                      <a:pt x="17759" y="9425"/>
                      <a:pt x="18019" y="9513"/>
                      <a:pt x="18278" y="9513"/>
                    </a:cubicBezTo>
                    <a:cubicBezTo>
                      <a:pt x="18661" y="9513"/>
                      <a:pt x="19039" y="9318"/>
                      <a:pt x="19252" y="8954"/>
                    </a:cubicBezTo>
                    <a:cubicBezTo>
                      <a:pt x="19529" y="8482"/>
                      <a:pt x="19430" y="7879"/>
                      <a:pt x="19014" y="7524"/>
                    </a:cubicBezTo>
                    <a:lnTo>
                      <a:pt x="10555" y="276"/>
                    </a:lnTo>
                    <a:cubicBezTo>
                      <a:pt x="10345" y="92"/>
                      <a:pt x="10083" y="0"/>
                      <a:pt x="982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solidFill>
                    <a:srgbClr val="435D74"/>
                  </a:solidFill>
                </a:endParaRPr>
              </a:p>
            </p:txBody>
          </p:sp>
          <p:sp>
            <p:nvSpPr>
              <p:cNvPr id="86" name="Google Shape;86;p5">
                <a:hlinkClick r:id="" action="ppaction://hlinkshowjump?jump=firstslide"/>
              </p:cNvPr>
              <p:cNvSpPr/>
              <p:nvPr/>
            </p:nvSpPr>
            <p:spPr>
              <a:xfrm>
                <a:off x="8077733" y="4777545"/>
                <a:ext cx="119889" cy="122937"/>
              </a:xfrm>
              <a:custGeom>
                <a:avLst/>
                <a:gdLst/>
                <a:ahLst/>
                <a:cxnLst/>
                <a:rect l="l" t="t" r="r" b="b"/>
                <a:pathLst>
                  <a:path w="14792" h="15168" extrusionOk="0">
                    <a:moveTo>
                      <a:pt x="9143" y="2671"/>
                    </a:moveTo>
                    <a:cubicBezTo>
                      <a:pt x="9453" y="2671"/>
                      <a:pt x="9706" y="2924"/>
                      <a:pt x="9706" y="3237"/>
                    </a:cubicBezTo>
                    <a:lnTo>
                      <a:pt x="9706" y="6625"/>
                    </a:lnTo>
                    <a:cubicBezTo>
                      <a:pt x="9706" y="6935"/>
                      <a:pt x="9453" y="7188"/>
                      <a:pt x="9143" y="7188"/>
                    </a:cubicBezTo>
                    <a:lnTo>
                      <a:pt x="5755" y="7188"/>
                    </a:lnTo>
                    <a:cubicBezTo>
                      <a:pt x="5442" y="7188"/>
                      <a:pt x="5189" y="6935"/>
                      <a:pt x="5189" y="6625"/>
                    </a:cubicBezTo>
                    <a:lnTo>
                      <a:pt x="5189" y="3237"/>
                    </a:lnTo>
                    <a:cubicBezTo>
                      <a:pt x="5189" y="2924"/>
                      <a:pt x="5442" y="2671"/>
                      <a:pt x="5755" y="2671"/>
                    </a:cubicBezTo>
                    <a:close/>
                    <a:moveTo>
                      <a:pt x="7448" y="0"/>
                    </a:moveTo>
                    <a:lnTo>
                      <a:pt x="4" y="6291"/>
                    </a:lnTo>
                    <a:lnTo>
                      <a:pt x="4" y="14605"/>
                    </a:lnTo>
                    <a:cubicBezTo>
                      <a:pt x="1" y="14913"/>
                      <a:pt x="254" y="15168"/>
                      <a:pt x="564" y="15168"/>
                    </a:cubicBezTo>
                    <a:cubicBezTo>
                      <a:pt x="566" y="15168"/>
                      <a:pt x="568" y="15168"/>
                      <a:pt x="570" y="15168"/>
                    </a:cubicBezTo>
                    <a:lnTo>
                      <a:pt x="4060" y="15168"/>
                    </a:lnTo>
                    <a:lnTo>
                      <a:pt x="4060" y="8883"/>
                    </a:lnTo>
                    <a:cubicBezTo>
                      <a:pt x="4060" y="8570"/>
                      <a:pt x="4313" y="8317"/>
                      <a:pt x="4626" y="8317"/>
                    </a:cubicBezTo>
                    <a:lnTo>
                      <a:pt x="10272" y="8317"/>
                    </a:lnTo>
                    <a:cubicBezTo>
                      <a:pt x="10582" y="8317"/>
                      <a:pt x="10835" y="8570"/>
                      <a:pt x="10835" y="8883"/>
                    </a:cubicBezTo>
                    <a:lnTo>
                      <a:pt x="10835" y="15168"/>
                    </a:lnTo>
                    <a:lnTo>
                      <a:pt x="14223" y="15168"/>
                    </a:lnTo>
                    <a:cubicBezTo>
                      <a:pt x="14225" y="15168"/>
                      <a:pt x="14227" y="15168"/>
                      <a:pt x="14228" y="15168"/>
                    </a:cubicBezTo>
                    <a:cubicBezTo>
                      <a:pt x="14539" y="15168"/>
                      <a:pt x="14792" y="14913"/>
                      <a:pt x="14789" y="14605"/>
                    </a:cubicBezTo>
                    <a:lnTo>
                      <a:pt x="14789" y="6291"/>
                    </a:lnTo>
                    <a:lnTo>
                      <a:pt x="7448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solidFill>
                    <a:srgbClr val="435D74"/>
                  </a:solidFill>
                </a:endParaRPr>
              </a:p>
            </p:txBody>
          </p:sp>
        </p:grpSp>
      </p:grpSp>
      <p:grpSp>
        <p:nvGrpSpPr>
          <p:cNvPr id="87" name="Google Shape;87;p5"/>
          <p:cNvGrpSpPr/>
          <p:nvPr/>
        </p:nvGrpSpPr>
        <p:grpSpPr>
          <a:xfrm>
            <a:off x="213488" y="1086300"/>
            <a:ext cx="462567" cy="2069225"/>
            <a:chOff x="213488" y="1086300"/>
            <a:chExt cx="462567" cy="2069225"/>
          </a:xfrm>
        </p:grpSpPr>
        <p:grpSp>
          <p:nvGrpSpPr>
            <p:cNvPr id="88" name="Google Shape;88;p5"/>
            <p:cNvGrpSpPr/>
            <p:nvPr/>
          </p:nvGrpSpPr>
          <p:grpSpPr>
            <a:xfrm>
              <a:off x="303775" y="1884975"/>
              <a:ext cx="282000" cy="1270550"/>
              <a:chOff x="4314650" y="3034025"/>
              <a:chExt cx="282000" cy="1270550"/>
            </a:xfrm>
          </p:grpSpPr>
          <p:sp>
            <p:nvSpPr>
              <p:cNvPr id="89" name="Google Shape;89;p5"/>
              <p:cNvSpPr/>
              <p:nvPr/>
            </p:nvSpPr>
            <p:spPr>
              <a:xfrm>
                <a:off x="4314650" y="3034025"/>
                <a:ext cx="282000" cy="479525"/>
              </a:xfrm>
              <a:custGeom>
                <a:avLst/>
                <a:gdLst/>
                <a:ahLst/>
                <a:cxnLst/>
                <a:rect l="l" t="t" r="r" b="b"/>
                <a:pathLst>
                  <a:path w="11280" h="19181" extrusionOk="0">
                    <a:moveTo>
                      <a:pt x="0" y="1"/>
                    </a:moveTo>
                    <a:lnTo>
                      <a:pt x="0" y="11280"/>
                    </a:lnTo>
                    <a:lnTo>
                      <a:pt x="11280" y="19180"/>
                    </a:lnTo>
                    <a:lnTo>
                      <a:pt x="11280" y="790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90" name="Google Shape;90;p5"/>
              <p:cNvSpPr/>
              <p:nvPr/>
            </p:nvSpPr>
            <p:spPr>
              <a:xfrm>
                <a:off x="4314650" y="3376575"/>
                <a:ext cx="282000" cy="295025"/>
              </a:xfrm>
              <a:custGeom>
                <a:avLst/>
                <a:gdLst/>
                <a:ahLst/>
                <a:cxnLst/>
                <a:rect l="l" t="t" r="r" b="b"/>
                <a:pathLst>
                  <a:path w="11280" h="11801" extrusionOk="0">
                    <a:moveTo>
                      <a:pt x="0" y="0"/>
                    </a:moveTo>
                    <a:lnTo>
                      <a:pt x="0" y="3901"/>
                    </a:lnTo>
                    <a:lnTo>
                      <a:pt x="11280" y="11801"/>
                    </a:lnTo>
                    <a:lnTo>
                      <a:pt x="11280" y="79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91" name="Google Shape;91;p5"/>
              <p:cNvSpPr/>
              <p:nvPr/>
            </p:nvSpPr>
            <p:spPr>
              <a:xfrm>
                <a:off x="4314650" y="3534650"/>
                <a:ext cx="282000" cy="295375"/>
              </a:xfrm>
              <a:custGeom>
                <a:avLst/>
                <a:gdLst/>
                <a:ahLst/>
                <a:cxnLst/>
                <a:rect l="l" t="t" r="r" b="b"/>
                <a:pathLst>
                  <a:path w="11280" h="11815" extrusionOk="0">
                    <a:moveTo>
                      <a:pt x="0" y="0"/>
                    </a:moveTo>
                    <a:lnTo>
                      <a:pt x="0" y="3915"/>
                    </a:lnTo>
                    <a:lnTo>
                      <a:pt x="11280" y="11815"/>
                    </a:lnTo>
                    <a:lnTo>
                      <a:pt x="11280" y="79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92" name="Google Shape;92;p5"/>
              <p:cNvSpPr/>
              <p:nvPr/>
            </p:nvSpPr>
            <p:spPr>
              <a:xfrm>
                <a:off x="4314650" y="3693050"/>
                <a:ext cx="282000" cy="295050"/>
              </a:xfrm>
              <a:custGeom>
                <a:avLst/>
                <a:gdLst/>
                <a:ahLst/>
                <a:cxnLst/>
                <a:rect l="l" t="t" r="r" b="b"/>
                <a:pathLst>
                  <a:path w="11280" h="11802" extrusionOk="0">
                    <a:moveTo>
                      <a:pt x="0" y="1"/>
                    </a:moveTo>
                    <a:lnTo>
                      <a:pt x="0" y="3902"/>
                    </a:lnTo>
                    <a:lnTo>
                      <a:pt x="11280" y="11801"/>
                    </a:lnTo>
                    <a:lnTo>
                      <a:pt x="11280" y="790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93" name="Google Shape;93;p5"/>
              <p:cNvSpPr/>
              <p:nvPr/>
            </p:nvSpPr>
            <p:spPr>
              <a:xfrm>
                <a:off x="4314650" y="3851125"/>
                <a:ext cx="282000" cy="295400"/>
              </a:xfrm>
              <a:custGeom>
                <a:avLst/>
                <a:gdLst/>
                <a:ahLst/>
                <a:cxnLst/>
                <a:rect l="l" t="t" r="r" b="b"/>
                <a:pathLst>
                  <a:path w="11280" h="11816" extrusionOk="0">
                    <a:moveTo>
                      <a:pt x="0" y="1"/>
                    </a:moveTo>
                    <a:lnTo>
                      <a:pt x="0" y="3915"/>
                    </a:lnTo>
                    <a:lnTo>
                      <a:pt x="11280" y="11815"/>
                    </a:lnTo>
                    <a:lnTo>
                      <a:pt x="11280" y="7900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94" name="Google Shape;94;p5"/>
              <p:cNvSpPr/>
              <p:nvPr/>
            </p:nvSpPr>
            <p:spPr>
              <a:xfrm>
                <a:off x="4314650" y="4009550"/>
                <a:ext cx="282000" cy="295025"/>
              </a:xfrm>
              <a:custGeom>
                <a:avLst/>
                <a:gdLst/>
                <a:ahLst/>
                <a:cxnLst/>
                <a:rect l="l" t="t" r="r" b="b"/>
                <a:pathLst>
                  <a:path w="11280" h="11801" extrusionOk="0">
                    <a:moveTo>
                      <a:pt x="0" y="0"/>
                    </a:moveTo>
                    <a:lnTo>
                      <a:pt x="0" y="3901"/>
                    </a:lnTo>
                    <a:lnTo>
                      <a:pt x="11280" y="11801"/>
                    </a:lnTo>
                    <a:lnTo>
                      <a:pt x="11280" y="79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  <p:sp>
          <p:nvSpPr>
            <p:cNvPr id="95" name="Google Shape;95;p5"/>
            <p:cNvSpPr/>
            <p:nvPr/>
          </p:nvSpPr>
          <p:spPr>
            <a:xfrm>
              <a:off x="213488" y="1086300"/>
              <a:ext cx="462567" cy="462847"/>
            </a:xfrm>
            <a:custGeom>
              <a:avLst/>
              <a:gdLst/>
              <a:ahLst/>
              <a:cxnLst/>
              <a:rect l="l" t="t" r="r" b="b"/>
              <a:pathLst>
                <a:path w="23166" h="23180" extrusionOk="0">
                  <a:moveTo>
                    <a:pt x="5704" y="1"/>
                  </a:moveTo>
                  <a:lnTo>
                    <a:pt x="1" y="5704"/>
                  </a:lnTo>
                  <a:lnTo>
                    <a:pt x="5873" y="11590"/>
                  </a:lnTo>
                  <a:lnTo>
                    <a:pt x="1" y="17476"/>
                  </a:lnTo>
                  <a:lnTo>
                    <a:pt x="5704" y="23179"/>
                  </a:lnTo>
                  <a:lnTo>
                    <a:pt x="11576" y="17293"/>
                  </a:lnTo>
                  <a:lnTo>
                    <a:pt x="17462" y="23179"/>
                  </a:lnTo>
                  <a:lnTo>
                    <a:pt x="23165" y="17476"/>
                  </a:lnTo>
                  <a:lnTo>
                    <a:pt x="17279" y="11590"/>
                  </a:lnTo>
                  <a:lnTo>
                    <a:pt x="23165" y="5704"/>
                  </a:lnTo>
                  <a:lnTo>
                    <a:pt x="17462" y="1"/>
                  </a:lnTo>
                  <a:lnTo>
                    <a:pt x="11576" y="5887"/>
                  </a:lnTo>
                  <a:lnTo>
                    <a:pt x="570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98" name="Google Shape;98;p6"/>
          <p:cNvGrpSpPr/>
          <p:nvPr/>
        </p:nvGrpSpPr>
        <p:grpSpPr>
          <a:xfrm>
            <a:off x="816250" y="4703275"/>
            <a:ext cx="7511400" cy="238200"/>
            <a:chOff x="816250" y="4703275"/>
            <a:chExt cx="7511400" cy="238200"/>
          </a:xfrm>
        </p:grpSpPr>
        <p:grpSp>
          <p:nvGrpSpPr>
            <p:cNvPr id="99" name="Google Shape;99;p6"/>
            <p:cNvGrpSpPr/>
            <p:nvPr/>
          </p:nvGrpSpPr>
          <p:grpSpPr>
            <a:xfrm>
              <a:off x="816250" y="4703275"/>
              <a:ext cx="7511400" cy="238200"/>
              <a:chOff x="816250" y="4630450"/>
              <a:chExt cx="7511400" cy="238200"/>
            </a:xfrm>
          </p:grpSpPr>
          <p:sp>
            <p:nvSpPr>
              <p:cNvPr id="100" name="Google Shape;100;p6"/>
              <p:cNvSpPr/>
              <p:nvPr/>
            </p:nvSpPr>
            <p:spPr>
              <a:xfrm>
                <a:off x="816250" y="4630450"/>
                <a:ext cx="7511400" cy="238200"/>
              </a:xfrm>
              <a:prstGeom prst="roundRect">
                <a:avLst>
                  <a:gd name="adj" fmla="val 50000"/>
                </a:avLst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01" name="Google Shape;101;p6"/>
              <p:cNvSpPr/>
              <p:nvPr/>
            </p:nvSpPr>
            <p:spPr>
              <a:xfrm rot="5400000">
                <a:off x="8018000" y="4558475"/>
                <a:ext cx="237300" cy="381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02" name="Google Shape;102;p6">
                <a:hlinkClick r:id="" action="ppaction://hlinkshowjump?jump=previousslide"/>
              </p:cNvPr>
              <p:cNvSpPr/>
              <p:nvPr/>
            </p:nvSpPr>
            <p:spPr>
              <a:xfrm rot="-5400000">
                <a:off x="892550" y="4695100"/>
                <a:ext cx="125700" cy="108900"/>
              </a:xfrm>
              <a:prstGeom prst="triangle">
                <a:avLst>
                  <a:gd name="adj" fmla="val 50000"/>
                </a:avLst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03" name="Google Shape;103;p6">
                <a:hlinkClick r:id="" action="ppaction://hlinkshowjump?jump=nextslide"/>
              </p:cNvPr>
              <p:cNvSpPr/>
              <p:nvPr/>
            </p:nvSpPr>
            <p:spPr>
              <a:xfrm rot="5400000" flipH="1">
                <a:off x="1084525" y="4695100"/>
                <a:ext cx="125700" cy="108900"/>
              </a:xfrm>
              <a:prstGeom prst="triangle">
                <a:avLst>
                  <a:gd name="adj" fmla="val 50000"/>
                </a:avLst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  <p:grpSp>
          <p:nvGrpSpPr>
            <p:cNvPr id="104" name="Google Shape;104;p6"/>
            <p:cNvGrpSpPr/>
            <p:nvPr/>
          </p:nvGrpSpPr>
          <p:grpSpPr>
            <a:xfrm>
              <a:off x="8051978" y="4744266"/>
              <a:ext cx="158283" cy="156216"/>
              <a:chOff x="8058597" y="4744266"/>
              <a:chExt cx="158283" cy="156216"/>
            </a:xfrm>
          </p:grpSpPr>
          <p:sp>
            <p:nvSpPr>
              <p:cNvPr id="105" name="Google Shape;105;p6">
                <a:hlinkClick r:id="" action="ppaction://hlinkshowjump?jump=firstslide"/>
              </p:cNvPr>
              <p:cNvSpPr/>
              <p:nvPr/>
            </p:nvSpPr>
            <p:spPr>
              <a:xfrm>
                <a:off x="8170770" y="4753449"/>
                <a:ext cx="26957" cy="25369"/>
              </a:xfrm>
              <a:custGeom>
                <a:avLst/>
                <a:gdLst/>
                <a:ahLst/>
                <a:cxnLst/>
                <a:rect l="l" t="t" r="r" b="b"/>
                <a:pathLst>
                  <a:path w="3326" h="3130" extrusionOk="0">
                    <a:moveTo>
                      <a:pt x="482" y="1"/>
                    </a:moveTo>
                    <a:cubicBezTo>
                      <a:pt x="280" y="1"/>
                      <a:pt x="95" y="114"/>
                      <a:pt x="1" y="293"/>
                    </a:cubicBezTo>
                    <a:lnTo>
                      <a:pt x="3322" y="3130"/>
                    </a:lnTo>
                    <a:lnTo>
                      <a:pt x="3322" y="564"/>
                    </a:lnTo>
                    <a:cubicBezTo>
                      <a:pt x="3325" y="253"/>
                      <a:pt x="3072" y="1"/>
                      <a:pt x="2761" y="1"/>
                    </a:cubicBezTo>
                    <a:cubicBezTo>
                      <a:pt x="2760" y="1"/>
                      <a:pt x="2758" y="1"/>
                      <a:pt x="2756" y="1"/>
                    </a:cubicBezTo>
                    <a:lnTo>
                      <a:pt x="497" y="1"/>
                    </a:lnTo>
                    <a:cubicBezTo>
                      <a:pt x="492" y="1"/>
                      <a:pt x="487" y="1"/>
                      <a:pt x="48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solidFill>
                    <a:srgbClr val="435D74"/>
                  </a:solidFill>
                </a:endParaRPr>
              </a:p>
            </p:txBody>
          </p:sp>
          <p:sp>
            <p:nvSpPr>
              <p:cNvPr id="106" name="Google Shape;106;p6">
                <a:hlinkClick r:id="" action="ppaction://hlinkshowjump?jump=firstslide"/>
              </p:cNvPr>
              <p:cNvSpPr/>
              <p:nvPr/>
            </p:nvSpPr>
            <p:spPr>
              <a:xfrm>
                <a:off x="8120106" y="4854105"/>
                <a:ext cx="36618" cy="46377"/>
              </a:xfrm>
              <a:custGeom>
                <a:avLst/>
                <a:gdLst/>
                <a:ahLst/>
                <a:cxnLst/>
                <a:rect l="l" t="t" r="r" b="b"/>
                <a:pathLst>
                  <a:path w="4518" h="5722" extrusionOk="0">
                    <a:moveTo>
                      <a:pt x="2822" y="1130"/>
                    </a:moveTo>
                    <a:cubicBezTo>
                      <a:pt x="3325" y="1130"/>
                      <a:pt x="3578" y="1738"/>
                      <a:pt x="3222" y="2093"/>
                    </a:cubicBezTo>
                    <a:cubicBezTo>
                      <a:pt x="3106" y="2209"/>
                      <a:pt x="2964" y="2260"/>
                      <a:pt x="2825" y="2260"/>
                    </a:cubicBezTo>
                    <a:cubicBezTo>
                      <a:pt x="2535" y="2260"/>
                      <a:pt x="2259" y="2036"/>
                      <a:pt x="2259" y="1696"/>
                    </a:cubicBezTo>
                    <a:cubicBezTo>
                      <a:pt x="2259" y="1383"/>
                      <a:pt x="2509" y="1130"/>
                      <a:pt x="2822" y="1130"/>
                    </a:cubicBezTo>
                    <a:close/>
                    <a:moveTo>
                      <a:pt x="0" y="1"/>
                    </a:moveTo>
                    <a:lnTo>
                      <a:pt x="0" y="5722"/>
                    </a:lnTo>
                    <a:lnTo>
                      <a:pt x="4517" y="5722"/>
                    </a:lnTo>
                    <a:lnTo>
                      <a:pt x="4517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solidFill>
                    <a:srgbClr val="435D74"/>
                  </a:solidFill>
                </a:endParaRPr>
              </a:p>
            </p:txBody>
          </p:sp>
          <p:sp>
            <p:nvSpPr>
              <p:cNvPr id="107" name="Google Shape;107;p6">
                <a:hlinkClick r:id="" action="ppaction://hlinkshowjump?jump=firstslide"/>
              </p:cNvPr>
              <p:cNvSpPr/>
              <p:nvPr/>
            </p:nvSpPr>
            <p:spPr>
              <a:xfrm>
                <a:off x="8128941" y="4808344"/>
                <a:ext cx="18309" cy="18309"/>
              </a:xfrm>
              <a:custGeom>
                <a:avLst/>
                <a:gdLst/>
                <a:ahLst/>
                <a:cxnLst/>
                <a:rect l="l" t="t" r="r" b="b"/>
                <a:pathLst>
                  <a:path w="2259" h="2259" extrusionOk="0">
                    <a:moveTo>
                      <a:pt x="0" y="0"/>
                    </a:moveTo>
                    <a:lnTo>
                      <a:pt x="0" y="2259"/>
                    </a:lnTo>
                    <a:lnTo>
                      <a:pt x="2259" y="2259"/>
                    </a:lnTo>
                    <a:lnTo>
                      <a:pt x="2259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solidFill>
                    <a:srgbClr val="435D74"/>
                  </a:solidFill>
                </a:endParaRPr>
              </a:p>
            </p:txBody>
          </p:sp>
          <p:sp>
            <p:nvSpPr>
              <p:cNvPr id="108" name="Google Shape;108;p6">
                <a:hlinkClick r:id="" action="ppaction://hlinkshowjump?jump=firstslide"/>
              </p:cNvPr>
              <p:cNvSpPr/>
              <p:nvPr/>
            </p:nvSpPr>
            <p:spPr>
              <a:xfrm>
                <a:off x="8058597" y="4744266"/>
                <a:ext cx="158283" cy="77103"/>
              </a:xfrm>
              <a:custGeom>
                <a:avLst/>
                <a:gdLst/>
                <a:ahLst/>
                <a:cxnLst/>
                <a:rect l="l" t="t" r="r" b="b"/>
                <a:pathLst>
                  <a:path w="19529" h="9513" extrusionOk="0">
                    <a:moveTo>
                      <a:pt x="9821" y="0"/>
                    </a:moveTo>
                    <a:cubicBezTo>
                      <a:pt x="9559" y="0"/>
                      <a:pt x="9297" y="92"/>
                      <a:pt x="9086" y="276"/>
                    </a:cubicBezTo>
                    <a:lnTo>
                      <a:pt x="531" y="7521"/>
                    </a:lnTo>
                    <a:cubicBezTo>
                      <a:pt x="61" y="7921"/>
                      <a:pt x="1" y="8626"/>
                      <a:pt x="395" y="9099"/>
                    </a:cubicBezTo>
                    <a:cubicBezTo>
                      <a:pt x="620" y="9369"/>
                      <a:pt x="942" y="9508"/>
                      <a:pt x="1266" y="9508"/>
                    </a:cubicBezTo>
                    <a:cubicBezTo>
                      <a:pt x="1525" y="9508"/>
                      <a:pt x="1785" y="9419"/>
                      <a:pt x="1997" y="9237"/>
                    </a:cubicBezTo>
                    <a:lnTo>
                      <a:pt x="9821" y="2622"/>
                    </a:lnTo>
                    <a:lnTo>
                      <a:pt x="17544" y="9240"/>
                    </a:lnTo>
                    <a:cubicBezTo>
                      <a:pt x="17759" y="9425"/>
                      <a:pt x="18019" y="9513"/>
                      <a:pt x="18278" y="9513"/>
                    </a:cubicBezTo>
                    <a:cubicBezTo>
                      <a:pt x="18661" y="9513"/>
                      <a:pt x="19039" y="9318"/>
                      <a:pt x="19252" y="8954"/>
                    </a:cubicBezTo>
                    <a:cubicBezTo>
                      <a:pt x="19529" y="8482"/>
                      <a:pt x="19430" y="7879"/>
                      <a:pt x="19014" y="7524"/>
                    </a:cubicBezTo>
                    <a:lnTo>
                      <a:pt x="10555" y="276"/>
                    </a:lnTo>
                    <a:cubicBezTo>
                      <a:pt x="10345" y="92"/>
                      <a:pt x="10083" y="0"/>
                      <a:pt x="982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solidFill>
                    <a:srgbClr val="435D74"/>
                  </a:solidFill>
                </a:endParaRPr>
              </a:p>
            </p:txBody>
          </p:sp>
          <p:sp>
            <p:nvSpPr>
              <p:cNvPr id="109" name="Google Shape;109;p6">
                <a:hlinkClick r:id="" action="ppaction://hlinkshowjump?jump=firstslide"/>
              </p:cNvPr>
              <p:cNvSpPr/>
              <p:nvPr/>
            </p:nvSpPr>
            <p:spPr>
              <a:xfrm>
                <a:off x="8077733" y="4777545"/>
                <a:ext cx="119889" cy="122937"/>
              </a:xfrm>
              <a:custGeom>
                <a:avLst/>
                <a:gdLst/>
                <a:ahLst/>
                <a:cxnLst/>
                <a:rect l="l" t="t" r="r" b="b"/>
                <a:pathLst>
                  <a:path w="14792" h="15168" extrusionOk="0">
                    <a:moveTo>
                      <a:pt x="9143" y="2671"/>
                    </a:moveTo>
                    <a:cubicBezTo>
                      <a:pt x="9453" y="2671"/>
                      <a:pt x="9706" y="2924"/>
                      <a:pt x="9706" y="3237"/>
                    </a:cubicBezTo>
                    <a:lnTo>
                      <a:pt x="9706" y="6625"/>
                    </a:lnTo>
                    <a:cubicBezTo>
                      <a:pt x="9706" y="6935"/>
                      <a:pt x="9453" y="7188"/>
                      <a:pt x="9143" y="7188"/>
                    </a:cubicBezTo>
                    <a:lnTo>
                      <a:pt x="5755" y="7188"/>
                    </a:lnTo>
                    <a:cubicBezTo>
                      <a:pt x="5442" y="7188"/>
                      <a:pt x="5189" y="6935"/>
                      <a:pt x="5189" y="6625"/>
                    </a:cubicBezTo>
                    <a:lnTo>
                      <a:pt x="5189" y="3237"/>
                    </a:lnTo>
                    <a:cubicBezTo>
                      <a:pt x="5189" y="2924"/>
                      <a:pt x="5442" y="2671"/>
                      <a:pt x="5755" y="2671"/>
                    </a:cubicBezTo>
                    <a:close/>
                    <a:moveTo>
                      <a:pt x="7448" y="0"/>
                    </a:moveTo>
                    <a:lnTo>
                      <a:pt x="4" y="6291"/>
                    </a:lnTo>
                    <a:lnTo>
                      <a:pt x="4" y="14605"/>
                    </a:lnTo>
                    <a:cubicBezTo>
                      <a:pt x="1" y="14913"/>
                      <a:pt x="254" y="15168"/>
                      <a:pt x="564" y="15168"/>
                    </a:cubicBezTo>
                    <a:cubicBezTo>
                      <a:pt x="566" y="15168"/>
                      <a:pt x="568" y="15168"/>
                      <a:pt x="570" y="15168"/>
                    </a:cubicBezTo>
                    <a:lnTo>
                      <a:pt x="4060" y="15168"/>
                    </a:lnTo>
                    <a:lnTo>
                      <a:pt x="4060" y="8883"/>
                    </a:lnTo>
                    <a:cubicBezTo>
                      <a:pt x="4060" y="8570"/>
                      <a:pt x="4313" y="8317"/>
                      <a:pt x="4626" y="8317"/>
                    </a:cubicBezTo>
                    <a:lnTo>
                      <a:pt x="10272" y="8317"/>
                    </a:lnTo>
                    <a:cubicBezTo>
                      <a:pt x="10582" y="8317"/>
                      <a:pt x="10835" y="8570"/>
                      <a:pt x="10835" y="8883"/>
                    </a:cubicBezTo>
                    <a:lnTo>
                      <a:pt x="10835" y="15168"/>
                    </a:lnTo>
                    <a:lnTo>
                      <a:pt x="14223" y="15168"/>
                    </a:lnTo>
                    <a:cubicBezTo>
                      <a:pt x="14225" y="15168"/>
                      <a:pt x="14227" y="15168"/>
                      <a:pt x="14228" y="15168"/>
                    </a:cubicBezTo>
                    <a:cubicBezTo>
                      <a:pt x="14539" y="15168"/>
                      <a:pt x="14792" y="14913"/>
                      <a:pt x="14789" y="14605"/>
                    </a:cubicBezTo>
                    <a:lnTo>
                      <a:pt x="14789" y="6291"/>
                    </a:lnTo>
                    <a:lnTo>
                      <a:pt x="7448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solidFill>
                    <a:srgbClr val="435D74"/>
                  </a:solidFill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570413" y="-123300"/>
            <a:ext cx="2002724" cy="182377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7"/>
          <p:cNvSpPr txBox="1">
            <a:spLocks noGrp="1"/>
          </p:cNvSpPr>
          <p:nvPr>
            <p:ph type="subTitle" idx="1"/>
          </p:nvPr>
        </p:nvSpPr>
        <p:spPr>
          <a:xfrm>
            <a:off x="1179850" y="1982600"/>
            <a:ext cx="3364200" cy="229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13" name="Google Shape;113;p7"/>
          <p:cNvSpPr txBox="1">
            <a:spLocks noGrp="1"/>
          </p:cNvSpPr>
          <p:nvPr>
            <p:ph type="title"/>
          </p:nvPr>
        </p:nvSpPr>
        <p:spPr>
          <a:xfrm>
            <a:off x="1179850" y="865800"/>
            <a:ext cx="3364200" cy="111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7"/>
          <p:cNvSpPr>
            <a:spLocks noGrp="1"/>
          </p:cNvSpPr>
          <p:nvPr>
            <p:ph type="pic" idx="2"/>
          </p:nvPr>
        </p:nvSpPr>
        <p:spPr>
          <a:xfrm>
            <a:off x="5403050" y="704225"/>
            <a:ext cx="2561100" cy="37350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grpSp>
        <p:nvGrpSpPr>
          <p:cNvPr id="115" name="Google Shape;115;p7"/>
          <p:cNvGrpSpPr/>
          <p:nvPr/>
        </p:nvGrpSpPr>
        <p:grpSpPr>
          <a:xfrm>
            <a:off x="816250" y="4703275"/>
            <a:ext cx="7511400" cy="238200"/>
            <a:chOff x="816250" y="4703275"/>
            <a:chExt cx="7511400" cy="238200"/>
          </a:xfrm>
        </p:grpSpPr>
        <p:grpSp>
          <p:nvGrpSpPr>
            <p:cNvPr id="116" name="Google Shape;116;p7"/>
            <p:cNvGrpSpPr/>
            <p:nvPr/>
          </p:nvGrpSpPr>
          <p:grpSpPr>
            <a:xfrm>
              <a:off x="816250" y="4703275"/>
              <a:ext cx="7511400" cy="238200"/>
              <a:chOff x="816250" y="4630450"/>
              <a:chExt cx="7511400" cy="238200"/>
            </a:xfrm>
          </p:grpSpPr>
          <p:sp>
            <p:nvSpPr>
              <p:cNvPr id="117" name="Google Shape;117;p7"/>
              <p:cNvSpPr/>
              <p:nvPr/>
            </p:nvSpPr>
            <p:spPr>
              <a:xfrm>
                <a:off x="816250" y="4630450"/>
                <a:ext cx="7511400" cy="238200"/>
              </a:xfrm>
              <a:prstGeom prst="roundRect">
                <a:avLst>
                  <a:gd name="adj" fmla="val 50000"/>
                </a:avLst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18" name="Google Shape;118;p7"/>
              <p:cNvSpPr/>
              <p:nvPr/>
            </p:nvSpPr>
            <p:spPr>
              <a:xfrm rot="5400000">
                <a:off x="8018000" y="4558475"/>
                <a:ext cx="237300" cy="381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19" name="Google Shape;119;p7">
                <a:hlinkClick r:id="" action="ppaction://hlinkshowjump?jump=previousslide"/>
              </p:cNvPr>
              <p:cNvSpPr/>
              <p:nvPr/>
            </p:nvSpPr>
            <p:spPr>
              <a:xfrm rot="-5400000">
                <a:off x="892550" y="4695100"/>
                <a:ext cx="125700" cy="108900"/>
              </a:xfrm>
              <a:prstGeom prst="triangle">
                <a:avLst>
                  <a:gd name="adj" fmla="val 50000"/>
                </a:avLst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20" name="Google Shape;120;p7">
                <a:hlinkClick r:id="" action="ppaction://hlinkshowjump?jump=nextslide"/>
              </p:cNvPr>
              <p:cNvSpPr/>
              <p:nvPr/>
            </p:nvSpPr>
            <p:spPr>
              <a:xfrm rot="5400000" flipH="1">
                <a:off x="1084525" y="4695100"/>
                <a:ext cx="125700" cy="108900"/>
              </a:xfrm>
              <a:prstGeom prst="triangle">
                <a:avLst>
                  <a:gd name="adj" fmla="val 50000"/>
                </a:avLst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  <p:grpSp>
          <p:nvGrpSpPr>
            <p:cNvPr id="121" name="Google Shape;121;p7"/>
            <p:cNvGrpSpPr/>
            <p:nvPr/>
          </p:nvGrpSpPr>
          <p:grpSpPr>
            <a:xfrm>
              <a:off x="8051978" y="4744266"/>
              <a:ext cx="158283" cy="156216"/>
              <a:chOff x="8058597" y="4744266"/>
              <a:chExt cx="158283" cy="156216"/>
            </a:xfrm>
          </p:grpSpPr>
          <p:sp>
            <p:nvSpPr>
              <p:cNvPr id="122" name="Google Shape;122;p7">
                <a:hlinkClick r:id="" action="ppaction://hlinkshowjump?jump=firstslide"/>
              </p:cNvPr>
              <p:cNvSpPr/>
              <p:nvPr/>
            </p:nvSpPr>
            <p:spPr>
              <a:xfrm>
                <a:off x="8170770" y="4753449"/>
                <a:ext cx="26957" cy="25369"/>
              </a:xfrm>
              <a:custGeom>
                <a:avLst/>
                <a:gdLst/>
                <a:ahLst/>
                <a:cxnLst/>
                <a:rect l="l" t="t" r="r" b="b"/>
                <a:pathLst>
                  <a:path w="3326" h="3130" extrusionOk="0">
                    <a:moveTo>
                      <a:pt x="482" y="1"/>
                    </a:moveTo>
                    <a:cubicBezTo>
                      <a:pt x="280" y="1"/>
                      <a:pt x="95" y="114"/>
                      <a:pt x="1" y="293"/>
                    </a:cubicBezTo>
                    <a:lnTo>
                      <a:pt x="3322" y="3130"/>
                    </a:lnTo>
                    <a:lnTo>
                      <a:pt x="3322" y="564"/>
                    </a:lnTo>
                    <a:cubicBezTo>
                      <a:pt x="3325" y="253"/>
                      <a:pt x="3072" y="1"/>
                      <a:pt x="2761" y="1"/>
                    </a:cubicBezTo>
                    <a:cubicBezTo>
                      <a:pt x="2760" y="1"/>
                      <a:pt x="2758" y="1"/>
                      <a:pt x="2756" y="1"/>
                    </a:cubicBezTo>
                    <a:lnTo>
                      <a:pt x="497" y="1"/>
                    </a:lnTo>
                    <a:cubicBezTo>
                      <a:pt x="492" y="1"/>
                      <a:pt x="487" y="1"/>
                      <a:pt x="48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solidFill>
                    <a:srgbClr val="435D74"/>
                  </a:solidFill>
                </a:endParaRPr>
              </a:p>
            </p:txBody>
          </p:sp>
          <p:sp>
            <p:nvSpPr>
              <p:cNvPr id="123" name="Google Shape;123;p7">
                <a:hlinkClick r:id="" action="ppaction://hlinkshowjump?jump=firstslide"/>
              </p:cNvPr>
              <p:cNvSpPr/>
              <p:nvPr/>
            </p:nvSpPr>
            <p:spPr>
              <a:xfrm>
                <a:off x="8120106" y="4854105"/>
                <a:ext cx="36618" cy="46377"/>
              </a:xfrm>
              <a:custGeom>
                <a:avLst/>
                <a:gdLst/>
                <a:ahLst/>
                <a:cxnLst/>
                <a:rect l="l" t="t" r="r" b="b"/>
                <a:pathLst>
                  <a:path w="4518" h="5722" extrusionOk="0">
                    <a:moveTo>
                      <a:pt x="2822" y="1130"/>
                    </a:moveTo>
                    <a:cubicBezTo>
                      <a:pt x="3325" y="1130"/>
                      <a:pt x="3578" y="1738"/>
                      <a:pt x="3222" y="2093"/>
                    </a:cubicBezTo>
                    <a:cubicBezTo>
                      <a:pt x="3106" y="2209"/>
                      <a:pt x="2964" y="2260"/>
                      <a:pt x="2825" y="2260"/>
                    </a:cubicBezTo>
                    <a:cubicBezTo>
                      <a:pt x="2535" y="2260"/>
                      <a:pt x="2259" y="2036"/>
                      <a:pt x="2259" y="1696"/>
                    </a:cubicBezTo>
                    <a:cubicBezTo>
                      <a:pt x="2259" y="1383"/>
                      <a:pt x="2509" y="1130"/>
                      <a:pt x="2822" y="1130"/>
                    </a:cubicBezTo>
                    <a:close/>
                    <a:moveTo>
                      <a:pt x="0" y="1"/>
                    </a:moveTo>
                    <a:lnTo>
                      <a:pt x="0" y="5722"/>
                    </a:lnTo>
                    <a:lnTo>
                      <a:pt x="4517" y="5722"/>
                    </a:lnTo>
                    <a:lnTo>
                      <a:pt x="4517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solidFill>
                    <a:srgbClr val="435D74"/>
                  </a:solidFill>
                </a:endParaRPr>
              </a:p>
            </p:txBody>
          </p:sp>
          <p:sp>
            <p:nvSpPr>
              <p:cNvPr id="124" name="Google Shape;124;p7">
                <a:hlinkClick r:id="" action="ppaction://hlinkshowjump?jump=firstslide"/>
              </p:cNvPr>
              <p:cNvSpPr/>
              <p:nvPr/>
            </p:nvSpPr>
            <p:spPr>
              <a:xfrm>
                <a:off x="8128941" y="4808344"/>
                <a:ext cx="18309" cy="18309"/>
              </a:xfrm>
              <a:custGeom>
                <a:avLst/>
                <a:gdLst/>
                <a:ahLst/>
                <a:cxnLst/>
                <a:rect l="l" t="t" r="r" b="b"/>
                <a:pathLst>
                  <a:path w="2259" h="2259" extrusionOk="0">
                    <a:moveTo>
                      <a:pt x="0" y="0"/>
                    </a:moveTo>
                    <a:lnTo>
                      <a:pt x="0" y="2259"/>
                    </a:lnTo>
                    <a:lnTo>
                      <a:pt x="2259" y="2259"/>
                    </a:lnTo>
                    <a:lnTo>
                      <a:pt x="2259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solidFill>
                    <a:srgbClr val="435D74"/>
                  </a:solidFill>
                </a:endParaRPr>
              </a:p>
            </p:txBody>
          </p:sp>
          <p:sp>
            <p:nvSpPr>
              <p:cNvPr id="125" name="Google Shape;125;p7">
                <a:hlinkClick r:id="" action="ppaction://hlinkshowjump?jump=firstslide"/>
              </p:cNvPr>
              <p:cNvSpPr/>
              <p:nvPr/>
            </p:nvSpPr>
            <p:spPr>
              <a:xfrm>
                <a:off x="8058597" y="4744266"/>
                <a:ext cx="158283" cy="77103"/>
              </a:xfrm>
              <a:custGeom>
                <a:avLst/>
                <a:gdLst/>
                <a:ahLst/>
                <a:cxnLst/>
                <a:rect l="l" t="t" r="r" b="b"/>
                <a:pathLst>
                  <a:path w="19529" h="9513" extrusionOk="0">
                    <a:moveTo>
                      <a:pt x="9821" y="0"/>
                    </a:moveTo>
                    <a:cubicBezTo>
                      <a:pt x="9559" y="0"/>
                      <a:pt x="9297" y="92"/>
                      <a:pt x="9086" y="276"/>
                    </a:cubicBezTo>
                    <a:lnTo>
                      <a:pt x="531" y="7521"/>
                    </a:lnTo>
                    <a:cubicBezTo>
                      <a:pt x="61" y="7921"/>
                      <a:pt x="1" y="8626"/>
                      <a:pt x="395" y="9099"/>
                    </a:cubicBezTo>
                    <a:cubicBezTo>
                      <a:pt x="620" y="9369"/>
                      <a:pt x="942" y="9508"/>
                      <a:pt x="1266" y="9508"/>
                    </a:cubicBezTo>
                    <a:cubicBezTo>
                      <a:pt x="1525" y="9508"/>
                      <a:pt x="1785" y="9419"/>
                      <a:pt x="1997" y="9237"/>
                    </a:cubicBezTo>
                    <a:lnTo>
                      <a:pt x="9821" y="2622"/>
                    </a:lnTo>
                    <a:lnTo>
                      <a:pt x="17544" y="9240"/>
                    </a:lnTo>
                    <a:cubicBezTo>
                      <a:pt x="17759" y="9425"/>
                      <a:pt x="18019" y="9513"/>
                      <a:pt x="18278" y="9513"/>
                    </a:cubicBezTo>
                    <a:cubicBezTo>
                      <a:pt x="18661" y="9513"/>
                      <a:pt x="19039" y="9318"/>
                      <a:pt x="19252" y="8954"/>
                    </a:cubicBezTo>
                    <a:cubicBezTo>
                      <a:pt x="19529" y="8482"/>
                      <a:pt x="19430" y="7879"/>
                      <a:pt x="19014" y="7524"/>
                    </a:cubicBezTo>
                    <a:lnTo>
                      <a:pt x="10555" y="276"/>
                    </a:lnTo>
                    <a:cubicBezTo>
                      <a:pt x="10345" y="92"/>
                      <a:pt x="10083" y="0"/>
                      <a:pt x="982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solidFill>
                    <a:srgbClr val="435D74"/>
                  </a:solidFill>
                </a:endParaRPr>
              </a:p>
            </p:txBody>
          </p:sp>
          <p:sp>
            <p:nvSpPr>
              <p:cNvPr id="126" name="Google Shape;126;p7">
                <a:hlinkClick r:id="" action="ppaction://hlinkshowjump?jump=firstslide"/>
              </p:cNvPr>
              <p:cNvSpPr/>
              <p:nvPr/>
            </p:nvSpPr>
            <p:spPr>
              <a:xfrm>
                <a:off x="8077733" y="4777545"/>
                <a:ext cx="119889" cy="122937"/>
              </a:xfrm>
              <a:custGeom>
                <a:avLst/>
                <a:gdLst/>
                <a:ahLst/>
                <a:cxnLst/>
                <a:rect l="l" t="t" r="r" b="b"/>
                <a:pathLst>
                  <a:path w="14792" h="15168" extrusionOk="0">
                    <a:moveTo>
                      <a:pt x="9143" y="2671"/>
                    </a:moveTo>
                    <a:cubicBezTo>
                      <a:pt x="9453" y="2671"/>
                      <a:pt x="9706" y="2924"/>
                      <a:pt x="9706" y="3237"/>
                    </a:cubicBezTo>
                    <a:lnTo>
                      <a:pt x="9706" y="6625"/>
                    </a:lnTo>
                    <a:cubicBezTo>
                      <a:pt x="9706" y="6935"/>
                      <a:pt x="9453" y="7188"/>
                      <a:pt x="9143" y="7188"/>
                    </a:cubicBezTo>
                    <a:lnTo>
                      <a:pt x="5755" y="7188"/>
                    </a:lnTo>
                    <a:cubicBezTo>
                      <a:pt x="5442" y="7188"/>
                      <a:pt x="5189" y="6935"/>
                      <a:pt x="5189" y="6625"/>
                    </a:cubicBezTo>
                    <a:lnTo>
                      <a:pt x="5189" y="3237"/>
                    </a:lnTo>
                    <a:cubicBezTo>
                      <a:pt x="5189" y="2924"/>
                      <a:pt x="5442" y="2671"/>
                      <a:pt x="5755" y="2671"/>
                    </a:cubicBezTo>
                    <a:close/>
                    <a:moveTo>
                      <a:pt x="7448" y="0"/>
                    </a:moveTo>
                    <a:lnTo>
                      <a:pt x="4" y="6291"/>
                    </a:lnTo>
                    <a:lnTo>
                      <a:pt x="4" y="14605"/>
                    </a:lnTo>
                    <a:cubicBezTo>
                      <a:pt x="1" y="14913"/>
                      <a:pt x="254" y="15168"/>
                      <a:pt x="564" y="15168"/>
                    </a:cubicBezTo>
                    <a:cubicBezTo>
                      <a:pt x="566" y="15168"/>
                      <a:pt x="568" y="15168"/>
                      <a:pt x="570" y="15168"/>
                    </a:cubicBezTo>
                    <a:lnTo>
                      <a:pt x="4060" y="15168"/>
                    </a:lnTo>
                    <a:lnTo>
                      <a:pt x="4060" y="8883"/>
                    </a:lnTo>
                    <a:cubicBezTo>
                      <a:pt x="4060" y="8570"/>
                      <a:pt x="4313" y="8317"/>
                      <a:pt x="4626" y="8317"/>
                    </a:cubicBezTo>
                    <a:lnTo>
                      <a:pt x="10272" y="8317"/>
                    </a:lnTo>
                    <a:cubicBezTo>
                      <a:pt x="10582" y="8317"/>
                      <a:pt x="10835" y="8570"/>
                      <a:pt x="10835" y="8883"/>
                    </a:cubicBezTo>
                    <a:lnTo>
                      <a:pt x="10835" y="15168"/>
                    </a:lnTo>
                    <a:lnTo>
                      <a:pt x="14223" y="15168"/>
                    </a:lnTo>
                    <a:cubicBezTo>
                      <a:pt x="14225" y="15168"/>
                      <a:pt x="14227" y="15168"/>
                      <a:pt x="14228" y="15168"/>
                    </a:cubicBezTo>
                    <a:cubicBezTo>
                      <a:pt x="14539" y="15168"/>
                      <a:pt x="14792" y="14913"/>
                      <a:pt x="14789" y="14605"/>
                    </a:cubicBezTo>
                    <a:lnTo>
                      <a:pt x="14789" y="6291"/>
                    </a:lnTo>
                    <a:lnTo>
                      <a:pt x="7448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solidFill>
                    <a:srgbClr val="435D74"/>
                  </a:solidFill>
                </a:endParaRPr>
              </a:p>
            </p:txBody>
          </p:sp>
        </p:grpSp>
      </p:grpSp>
      <p:grpSp>
        <p:nvGrpSpPr>
          <p:cNvPr id="127" name="Google Shape;127;p7"/>
          <p:cNvGrpSpPr/>
          <p:nvPr/>
        </p:nvGrpSpPr>
        <p:grpSpPr>
          <a:xfrm flipH="1">
            <a:off x="8430775" y="2919400"/>
            <a:ext cx="282000" cy="1270550"/>
            <a:chOff x="4314650" y="3034025"/>
            <a:chExt cx="282000" cy="1270550"/>
          </a:xfrm>
        </p:grpSpPr>
        <p:sp>
          <p:nvSpPr>
            <p:cNvPr id="128" name="Google Shape;128;p7"/>
            <p:cNvSpPr/>
            <p:nvPr/>
          </p:nvSpPr>
          <p:spPr>
            <a:xfrm>
              <a:off x="4314650" y="3034025"/>
              <a:ext cx="282000" cy="479525"/>
            </a:xfrm>
            <a:custGeom>
              <a:avLst/>
              <a:gdLst/>
              <a:ahLst/>
              <a:cxnLst/>
              <a:rect l="l" t="t" r="r" b="b"/>
              <a:pathLst>
                <a:path w="11280" h="19181" extrusionOk="0">
                  <a:moveTo>
                    <a:pt x="0" y="1"/>
                  </a:moveTo>
                  <a:lnTo>
                    <a:pt x="0" y="11280"/>
                  </a:lnTo>
                  <a:lnTo>
                    <a:pt x="11280" y="19180"/>
                  </a:lnTo>
                  <a:lnTo>
                    <a:pt x="11280" y="790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9" name="Google Shape;129;p7"/>
            <p:cNvSpPr/>
            <p:nvPr/>
          </p:nvSpPr>
          <p:spPr>
            <a:xfrm>
              <a:off x="4314650" y="3376575"/>
              <a:ext cx="282000" cy="295025"/>
            </a:xfrm>
            <a:custGeom>
              <a:avLst/>
              <a:gdLst/>
              <a:ahLst/>
              <a:cxnLst/>
              <a:rect l="l" t="t" r="r" b="b"/>
              <a:pathLst>
                <a:path w="11280" h="11801" extrusionOk="0">
                  <a:moveTo>
                    <a:pt x="0" y="0"/>
                  </a:moveTo>
                  <a:lnTo>
                    <a:pt x="0" y="3901"/>
                  </a:lnTo>
                  <a:lnTo>
                    <a:pt x="11280" y="11801"/>
                  </a:lnTo>
                  <a:lnTo>
                    <a:pt x="11280" y="79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0" name="Google Shape;130;p7"/>
            <p:cNvSpPr/>
            <p:nvPr/>
          </p:nvSpPr>
          <p:spPr>
            <a:xfrm>
              <a:off x="4314650" y="3534650"/>
              <a:ext cx="282000" cy="295375"/>
            </a:xfrm>
            <a:custGeom>
              <a:avLst/>
              <a:gdLst/>
              <a:ahLst/>
              <a:cxnLst/>
              <a:rect l="l" t="t" r="r" b="b"/>
              <a:pathLst>
                <a:path w="11280" h="11815" extrusionOk="0">
                  <a:moveTo>
                    <a:pt x="0" y="0"/>
                  </a:moveTo>
                  <a:lnTo>
                    <a:pt x="0" y="3915"/>
                  </a:lnTo>
                  <a:lnTo>
                    <a:pt x="11280" y="11815"/>
                  </a:lnTo>
                  <a:lnTo>
                    <a:pt x="11280" y="79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1" name="Google Shape;131;p7"/>
            <p:cNvSpPr/>
            <p:nvPr/>
          </p:nvSpPr>
          <p:spPr>
            <a:xfrm>
              <a:off x="4314650" y="3693050"/>
              <a:ext cx="282000" cy="295050"/>
            </a:xfrm>
            <a:custGeom>
              <a:avLst/>
              <a:gdLst/>
              <a:ahLst/>
              <a:cxnLst/>
              <a:rect l="l" t="t" r="r" b="b"/>
              <a:pathLst>
                <a:path w="11280" h="11802" extrusionOk="0">
                  <a:moveTo>
                    <a:pt x="0" y="1"/>
                  </a:moveTo>
                  <a:lnTo>
                    <a:pt x="0" y="3902"/>
                  </a:lnTo>
                  <a:lnTo>
                    <a:pt x="11280" y="11801"/>
                  </a:lnTo>
                  <a:lnTo>
                    <a:pt x="11280" y="790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2" name="Google Shape;132;p7"/>
            <p:cNvSpPr/>
            <p:nvPr/>
          </p:nvSpPr>
          <p:spPr>
            <a:xfrm>
              <a:off x="4314650" y="3851125"/>
              <a:ext cx="282000" cy="295400"/>
            </a:xfrm>
            <a:custGeom>
              <a:avLst/>
              <a:gdLst/>
              <a:ahLst/>
              <a:cxnLst/>
              <a:rect l="l" t="t" r="r" b="b"/>
              <a:pathLst>
                <a:path w="11280" h="11816" extrusionOk="0">
                  <a:moveTo>
                    <a:pt x="0" y="1"/>
                  </a:moveTo>
                  <a:lnTo>
                    <a:pt x="0" y="3915"/>
                  </a:lnTo>
                  <a:lnTo>
                    <a:pt x="11280" y="11815"/>
                  </a:lnTo>
                  <a:lnTo>
                    <a:pt x="11280" y="790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3" name="Google Shape;133;p7"/>
            <p:cNvSpPr/>
            <p:nvPr/>
          </p:nvSpPr>
          <p:spPr>
            <a:xfrm>
              <a:off x="4314650" y="4009550"/>
              <a:ext cx="282000" cy="295025"/>
            </a:xfrm>
            <a:custGeom>
              <a:avLst/>
              <a:gdLst/>
              <a:ahLst/>
              <a:cxnLst/>
              <a:rect l="l" t="t" r="r" b="b"/>
              <a:pathLst>
                <a:path w="11280" h="11801" extrusionOk="0">
                  <a:moveTo>
                    <a:pt x="0" y="0"/>
                  </a:moveTo>
                  <a:lnTo>
                    <a:pt x="0" y="3901"/>
                  </a:lnTo>
                  <a:lnTo>
                    <a:pt x="11280" y="11801"/>
                  </a:lnTo>
                  <a:lnTo>
                    <a:pt x="11280" y="79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8"/>
          <p:cNvSpPr txBox="1">
            <a:spLocks noGrp="1"/>
          </p:cNvSpPr>
          <p:nvPr>
            <p:ph type="title"/>
          </p:nvPr>
        </p:nvSpPr>
        <p:spPr>
          <a:xfrm>
            <a:off x="2317950" y="1307100"/>
            <a:ext cx="45081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grpSp>
        <p:nvGrpSpPr>
          <p:cNvPr id="136" name="Google Shape;136;p8"/>
          <p:cNvGrpSpPr/>
          <p:nvPr/>
        </p:nvGrpSpPr>
        <p:grpSpPr>
          <a:xfrm>
            <a:off x="816250" y="4703275"/>
            <a:ext cx="7511400" cy="238200"/>
            <a:chOff x="816250" y="4703275"/>
            <a:chExt cx="7511400" cy="238200"/>
          </a:xfrm>
        </p:grpSpPr>
        <p:grpSp>
          <p:nvGrpSpPr>
            <p:cNvPr id="137" name="Google Shape;137;p8"/>
            <p:cNvGrpSpPr/>
            <p:nvPr/>
          </p:nvGrpSpPr>
          <p:grpSpPr>
            <a:xfrm>
              <a:off x="816250" y="4703275"/>
              <a:ext cx="7511400" cy="238200"/>
              <a:chOff x="816250" y="4630450"/>
              <a:chExt cx="7511400" cy="238200"/>
            </a:xfrm>
          </p:grpSpPr>
          <p:sp>
            <p:nvSpPr>
              <p:cNvPr id="138" name="Google Shape;138;p8"/>
              <p:cNvSpPr/>
              <p:nvPr/>
            </p:nvSpPr>
            <p:spPr>
              <a:xfrm>
                <a:off x="816250" y="4630450"/>
                <a:ext cx="7511400" cy="238200"/>
              </a:xfrm>
              <a:prstGeom prst="roundRect">
                <a:avLst>
                  <a:gd name="adj" fmla="val 50000"/>
                </a:avLst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39" name="Google Shape;139;p8"/>
              <p:cNvSpPr/>
              <p:nvPr/>
            </p:nvSpPr>
            <p:spPr>
              <a:xfrm rot="5400000">
                <a:off x="8018000" y="4558475"/>
                <a:ext cx="237300" cy="381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40" name="Google Shape;140;p8">
                <a:hlinkClick r:id="" action="ppaction://hlinkshowjump?jump=previousslide"/>
              </p:cNvPr>
              <p:cNvSpPr/>
              <p:nvPr/>
            </p:nvSpPr>
            <p:spPr>
              <a:xfrm rot="-5400000">
                <a:off x="892550" y="4695100"/>
                <a:ext cx="125700" cy="108900"/>
              </a:xfrm>
              <a:prstGeom prst="triangle">
                <a:avLst>
                  <a:gd name="adj" fmla="val 50000"/>
                </a:avLst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41" name="Google Shape;141;p8">
                <a:hlinkClick r:id="" action="ppaction://hlinkshowjump?jump=nextslide"/>
              </p:cNvPr>
              <p:cNvSpPr/>
              <p:nvPr/>
            </p:nvSpPr>
            <p:spPr>
              <a:xfrm rot="5400000" flipH="1">
                <a:off x="1084525" y="4695100"/>
                <a:ext cx="125700" cy="108900"/>
              </a:xfrm>
              <a:prstGeom prst="triangle">
                <a:avLst>
                  <a:gd name="adj" fmla="val 50000"/>
                </a:avLst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  <p:grpSp>
          <p:nvGrpSpPr>
            <p:cNvPr id="142" name="Google Shape;142;p8"/>
            <p:cNvGrpSpPr/>
            <p:nvPr/>
          </p:nvGrpSpPr>
          <p:grpSpPr>
            <a:xfrm>
              <a:off x="8051978" y="4744266"/>
              <a:ext cx="158283" cy="156216"/>
              <a:chOff x="8058597" y="4744266"/>
              <a:chExt cx="158283" cy="156216"/>
            </a:xfrm>
          </p:grpSpPr>
          <p:sp>
            <p:nvSpPr>
              <p:cNvPr id="143" name="Google Shape;143;p8">
                <a:hlinkClick r:id="" action="ppaction://hlinkshowjump?jump=firstslide"/>
              </p:cNvPr>
              <p:cNvSpPr/>
              <p:nvPr/>
            </p:nvSpPr>
            <p:spPr>
              <a:xfrm>
                <a:off x="8170770" y="4753449"/>
                <a:ext cx="26957" cy="25369"/>
              </a:xfrm>
              <a:custGeom>
                <a:avLst/>
                <a:gdLst/>
                <a:ahLst/>
                <a:cxnLst/>
                <a:rect l="l" t="t" r="r" b="b"/>
                <a:pathLst>
                  <a:path w="3326" h="3130" extrusionOk="0">
                    <a:moveTo>
                      <a:pt x="482" y="1"/>
                    </a:moveTo>
                    <a:cubicBezTo>
                      <a:pt x="280" y="1"/>
                      <a:pt x="95" y="114"/>
                      <a:pt x="1" y="293"/>
                    </a:cubicBezTo>
                    <a:lnTo>
                      <a:pt x="3322" y="3130"/>
                    </a:lnTo>
                    <a:lnTo>
                      <a:pt x="3322" y="564"/>
                    </a:lnTo>
                    <a:cubicBezTo>
                      <a:pt x="3325" y="253"/>
                      <a:pt x="3072" y="1"/>
                      <a:pt x="2761" y="1"/>
                    </a:cubicBezTo>
                    <a:cubicBezTo>
                      <a:pt x="2760" y="1"/>
                      <a:pt x="2758" y="1"/>
                      <a:pt x="2756" y="1"/>
                    </a:cubicBezTo>
                    <a:lnTo>
                      <a:pt x="497" y="1"/>
                    </a:lnTo>
                    <a:cubicBezTo>
                      <a:pt x="492" y="1"/>
                      <a:pt x="487" y="1"/>
                      <a:pt x="48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solidFill>
                    <a:srgbClr val="435D74"/>
                  </a:solidFill>
                </a:endParaRPr>
              </a:p>
            </p:txBody>
          </p:sp>
          <p:sp>
            <p:nvSpPr>
              <p:cNvPr id="144" name="Google Shape;144;p8">
                <a:hlinkClick r:id="" action="ppaction://hlinkshowjump?jump=firstslide"/>
              </p:cNvPr>
              <p:cNvSpPr/>
              <p:nvPr/>
            </p:nvSpPr>
            <p:spPr>
              <a:xfrm>
                <a:off x="8120106" y="4854105"/>
                <a:ext cx="36618" cy="46377"/>
              </a:xfrm>
              <a:custGeom>
                <a:avLst/>
                <a:gdLst/>
                <a:ahLst/>
                <a:cxnLst/>
                <a:rect l="l" t="t" r="r" b="b"/>
                <a:pathLst>
                  <a:path w="4518" h="5722" extrusionOk="0">
                    <a:moveTo>
                      <a:pt x="2822" y="1130"/>
                    </a:moveTo>
                    <a:cubicBezTo>
                      <a:pt x="3325" y="1130"/>
                      <a:pt x="3578" y="1738"/>
                      <a:pt x="3222" y="2093"/>
                    </a:cubicBezTo>
                    <a:cubicBezTo>
                      <a:pt x="3106" y="2209"/>
                      <a:pt x="2964" y="2260"/>
                      <a:pt x="2825" y="2260"/>
                    </a:cubicBezTo>
                    <a:cubicBezTo>
                      <a:pt x="2535" y="2260"/>
                      <a:pt x="2259" y="2036"/>
                      <a:pt x="2259" y="1696"/>
                    </a:cubicBezTo>
                    <a:cubicBezTo>
                      <a:pt x="2259" y="1383"/>
                      <a:pt x="2509" y="1130"/>
                      <a:pt x="2822" y="1130"/>
                    </a:cubicBezTo>
                    <a:close/>
                    <a:moveTo>
                      <a:pt x="0" y="1"/>
                    </a:moveTo>
                    <a:lnTo>
                      <a:pt x="0" y="5722"/>
                    </a:lnTo>
                    <a:lnTo>
                      <a:pt x="4517" y="5722"/>
                    </a:lnTo>
                    <a:lnTo>
                      <a:pt x="4517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solidFill>
                    <a:srgbClr val="435D74"/>
                  </a:solidFill>
                </a:endParaRPr>
              </a:p>
            </p:txBody>
          </p:sp>
          <p:sp>
            <p:nvSpPr>
              <p:cNvPr id="145" name="Google Shape;145;p8">
                <a:hlinkClick r:id="" action="ppaction://hlinkshowjump?jump=firstslide"/>
              </p:cNvPr>
              <p:cNvSpPr/>
              <p:nvPr/>
            </p:nvSpPr>
            <p:spPr>
              <a:xfrm>
                <a:off x="8128941" y="4808344"/>
                <a:ext cx="18309" cy="18309"/>
              </a:xfrm>
              <a:custGeom>
                <a:avLst/>
                <a:gdLst/>
                <a:ahLst/>
                <a:cxnLst/>
                <a:rect l="l" t="t" r="r" b="b"/>
                <a:pathLst>
                  <a:path w="2259" h="2259" extrusionOk="0">
                    <a:moveTo>
                      <a:pt x="0" y="0"/>
                    </a:moveTo>
                    <a:lnTo>
                      <a:pt x="0" y="2259"/>
                    </a:lnTo>
                    <a:lnTo>
                      <a:pt x="2259" y="2259"/>
                    </a:lnTo>
                    <a:lnTo>
                      <a:pt x="2259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solidFill>
                    <a:srgbClr val="435D74"/>
                  </a:solidFill>
                </a:endParaRPr>
              </a:p>
            </p:txBody>
          </p:sp>
          <p:sp>
            <p:nvSpPr>
              <p:cNvPr id="146" name="Google Shape;146;p8">
                <a:hlinkClick r:id="" action="ppaction://hlinkshowjump?jump=firstslide"/>
              </p:cNvPr>
              <p:cNvSpPr/>
              <p:nvPr/>
            </p:nvSpPr>
            <p:spPr>
              <a:xfrm>
                <a:off x="8058597" y="4744266"/>
                <a:ext cx="158283" cy="77103"/>
              </a:xfrm>
              <a:custGeom>
                <a:avLst/>
                <a:gdLst/>
                <a:ahLst/>
                <a:cxnLst/>
                <a:rect l="l" t="t" r="r" b="b"/>
                <a:pathLst>
                  <a:path w="19529" h="9513" extrusionOk="0">
                    <a:moveTo>
                      <a:pt x="9821" y="0"/>
                    </a:moveTo>
                    <a:cubicBezTo>
                      <a:pt x="9559" y="0"/>
                      <a:pt x="9297" y="92"/>
                      <a:pt x="9086" y="276"/>
                    </a:cubicBezTo>
                    <a:lnTo>
                      <a:pt x="531" y="7521"/>
                    </a:lnTo>
                    <a:cubicBezTo>
                      <a:pt x="61" y="7921"/>
                      <a:pt x="1" y="8626"/>
                      <a:pt x="395" y="9099"/>
                    </a:cubicBezTo>
                    <a:cubicBezTo>
                      <a:pt x="620" y="9369"/>
                      <a:pt x="942" y="9508"/>
                      <a:pt x="1266" y="9508"/>
                    </a:cubicBezTo>
                    <a:cubicBezTo>
                      <a:pt x="1525" y="9508"/>
                      <a:pt x="1785" y="9419"/>
                      <a:pt x="1997" y="9237"/>
                    </a:cubicBezTo>
                    <a:lnTo>
                      <a:pt x="9821" y="2622"/>
                    </a:lnTo>
                    <a:lnTo>
                      <a:pt x="17544" y="9240"/>
                    </a:lnTo>
                    <a:cubicBezTo>
                      <a:pt x="17759" y="9425"/>
                      <a:pt x="18019" y="9513"/>
                      <a:pt x="18278" y="9513"/>
                    </a:cubicBezTo>
                    <a:cubicBezTo>
                      <a:pt x="18661" y="9513"/>
                      <a:pt x="19039" y="9318"/>
                      <a:pt x="19252" y="8954"/>
                    </a:cubicBezTo>
                    <a:cubicBezTo>
                      <a:pt x="19529" y="8482"/>
                      <a:pt x="19430" y="7879"/>
                      <a:pt x="19014" y="7524"/>
                    </a:cubicBezTo>
                    <a:lnTo>
                      <a:pt x="10555" y="276"/>
                    </a:lnTo>
                    <a:cubicBezTo>
                      <a:pt x="10345" y="92"/>
                      <a:pt x="10083" y="0"/>
                      <a:pt x="982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solidFill>
                    <a:srgbClr val="435D74"/>
                  </a:solidFill>
                </a:endParaRPr>
              </a:p>
            </p:txBody>
          </p:sp>
          <p:sp>
            <p:nvSpPr>
              <p:cNvPr id="147" name="Google Shape;147;p8">
                <a:hlinkClick r:id="" action="ppaction://hlinkshowjump?jump=firstslide"/>
              </p:cNvPr>
              <p:cNvSpPr/>
              <p:nvPr/>
            </p:nvSpPr>
            <p:spPr>
              <a:xfrm>
                <a:off x="8077733" y="4777545"/>
                <a:ext cx="119889" cy="122937"/>
              </a:xfrm>
              <a:custGeom>
                <a:avLst/>
                <a:gdLst/>
                <a:ahLst/>
                <a:cxnLst/>
                <a:rect l="l" t="t" r="r" b="b"/>
                <a:pathLst>
                  <a:path w="14792" h="15168" extrusionOk="0">
                    <a:moveTo>
                      <a:pt x="9143" y="2671"/>
                    </a:moveTo>
                    <a:cubicBezTo>
                      <a:pt x="9453" y="2671"/>
                      <a:pt x="9706" y="2924"/>
                      <a:pt x="9706" y="3237"/>
                    </a:cubicBezTo>
                    <a:lnTo>
                      <a:pt x="9706" y="6625"/>
                    </a:lnTo>
                    <a:cubicBezTo>
                      <a:pt x="9706" y="6935"/>
                      <a:pt x="9453" y="7188"/>
                      <a:pt x="9143" y="7188"/>
                    </a:cubicBezTo>
                    <a:lnTo>
                      <a:pt x="5755" y="7188"/>
                    </a:lnTo>
                    <a:cubicBezTo>
                      <a:pt x="5442" y="7188"/>
                      <a:pt x="5189" y="6935"/>
                      <a:pt x="5189" y="6625"/>
                    </a:cubicBezTo>
                    <a:lnTo>
                      <a:pt x="5189" y="3237"/>
                    </a:lnTo>
                    <a:cubicBezTo>
                      <a:pt x="5189" y="2924"/>
                      <a:pt x="5442" y="2671"/>
                      <a:pt x="5755" y="2671"/>
                    </a:cubicBezTo>
                    <a:close/>
                    <a:moveTo>
                      <a:pt x="7448" y="0"/>
                    </a:moveTo>
                    <a:lnTo>
                      <a:pt x="4" y="6291"/>
                    </a:lnTo>
                    <a:lnTo>
                      <a:pt x="4" y="14605"/>
                    </a:lnTo>
                    <a:cubicBezTo>
                      <a:pt x="1" y="14913"/>
                      <a:pt x="254" y="15168"/>
                      <a:pt x="564" y="15168"/>
                    </a:cubicBezTo>
                    <a:cubicBezTo>
                      <a:pt x="566" y="15168"/>
                      <a:pt x="568" y="15168"/>
                      <a:pt x="570" y="15168"/>
                    </a:cubicBezTo>
                    <a:lnTo>
                      <a:pt x="4060" y="15168"/>
                    </a:lnTo>
                    <a:lnTo>
                      <a:pt x="4060" y="8883"/>
                    </a:lnTo>
                    <a:cubicBezTo>
                      <a:pt x="4060" y="8570"/>
                      <a:pt x="4313" y="8317"/>
                      <a:pt x="4626" y="8317"/>
                    </a:cubicBezTo>
                    <a:lnTo>
                      <a:pt x="10272" y="8317"/>
                    </a:lnTo>
                    <a:cubicBezTo>
                      <a:pt x="10582" y="8317"/>
                      <a:pt x="10835" y="8570"/>
                      <a:pt x="10835" y="8883"/>
                    </a:cubicBezTo>
                    <a:lnTo>
                      <a:pt x="10835" y="15168"/>
                    </a:lnTo>
                    <a:lnTo>
                      <a:pt x="14223" y="15168"/>
                    </a:lnTo>
                    <a:cubicBezTo>
                      <a:pt x="14225" y="15168"/>
                      <a:pt x="14227" y="15168"/>
                      <a:pt x="14228" y="15168"/>
                    </a:cubicBezTo>
                    <a:cubicBezTo>
                      <a:pt x="14539" y="15168"/>
                      <a:pt x="14792" y="14913"/>
                      <a:pt x="14789" y="14605"/>
                    </a:cubicBezTo>
                    <a:lnTo>
                      <a:pt x="14789" y="6291"/>
                    </a:lnTo>
                    <a:lnTo>
                      <a:pt x="7448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solidFill>
                    <a:srgbClr val="435D74"/>
                  </a:solidFill>
                </a:endParaRPr>
              </a:p>
            </p:txBody>
          </p:sp>
        </p:grpSp>
      </p:grpSp>
      <p:pic>
        <p:nvPicPr>
          <p:cNvPr id="148" name="Google Shape;148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946150" y="-178825"/>
            <a:ext cx="1621173" cy="17801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9"/>
          <p:cNvSpPr txBox="1">
            <a:spLocks noGrp="1"/>
          </p:cNvSpPr>
          <p:nvPr>
            <p:ph type="title"/>
          </p:nvPr>
        </p:nvSpPr>
        <p:spPr>
          <a:xfrm>
            <a:off x="2135550" y="1189100"/>
            <a:ext cx="4872900" cy="196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51" name="Google Shape;151;p9"/>
          <p:cNvSpPr txBox="1">
            <a:spLocks noGrp="1"/>
          </p:cNvSpPr>
          <p:nvPr>
            <p:ph type="subTitle" idx="1"/>
          </p:nvPr>
        </p:nvSpPr>
        <p:spPr>
          <a:xfrm>
            <a:off x="2135550" y="3153500"/>
            <a:ext cx="4872900" cy="67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grpSp>
        <p:nvGrpSpPr>
          <p:cNvPr id="152" name="Google Shape;152;p9"/>
          <p:cNvGrpSpPr/>
          <p:nvPr/>
        </p:nvGrpSpPr>
        <p:grpSpPr>
          <a:xfrm>
            <a:off x="816250" y="4703275"/>
            <a:ext cx="7511400" cy="238200"/>
            <a:chOff x="816250" y="4703275"/>
            <a:chExt cx="7511400" cy="238200"/>
          </a:xfrm>
        </p:grpSpPr>
        <p:grpSp>
          <p:nvGrpSpPr>
            <p:cNvPr id="153" name="Google Shape;153;p9"/>
            <p:cNvGrpSpPr/>
            <p:nvPr/>
          </p:nvGrpSpPr>
          <p:grpSpPr>
            <a:xfrm>
              <a:off x="816250" y="4703275"/>
              <a:ext cx="7511400" cy="238200"/>
              <a:chOff x="816250" y="4630450"/>
              <a:chExt cx="7511400" cy="238200"/>
            </a:xfrm>
          </p:grpSpPr>
          <p:sp>
            <p:nvSpPr>
              <p:cNvPr id="154" name="Google Shape;154;p9"/>
              <p:cNvSpPr/>
              <p:nvPr/>
            </p:nvSpPr>
            <p:spPr>
              <a:xfrm>
                <a:off x="816250" y="4630450"/>
                <a:ext cx="7511400" cy="238200"/>
              </a:xfrm>
              <a:prstGeom prst="roundRect">
                <a:avLst>
                  <a:gd name="adj" fmla="val 50000"/>
                </a:avLst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55" name="Google Shape;155;p9"/>
              <p:cNvSpPr/>
              <p:nvPr/>
            </p:nvSpPr>
            <p:spPr>
              <a:xfrm rot="5400000">
                <a:off x="8018000" y="4558475"/>
                <a:ext cx="237300" cy="381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56" name="Google Shape;156;p9">
                <a:hlinkClick r:id="" action="ppaction://hlinkshowjump?jump=previousslide"/>
              </p:cNvPr>
              <p:cNvSpPr/>
              <p:nvPr/>
            </p:nvSpPr>
            <p:spPr>
              <a:xfrm rot="-5400000">
                <a:off x="892550" y="4695100"/>
                <a:ext cx="125700" cy="108900"/>
              </a:xfrm>
              <a:prstGeom prst="triangle">
                <a:avLst>
                  <a:gd name="adj" fmla="val 50000"/>
                </a:avLst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57" name="Google Shape;157;p9">
                <a:hlinkClick r:id="" action="ppaction://hlinkshowjump?jump=nextslide"/>
              </p:cNvPr>
              <p:cNvSpPr/>
              <p:nvPr/>
            </p:nvSpPr>
            <p:spPr>
              <a:xfrm rot="5400000" flipH="1">
                <a:off x="1084525" y="4695100"/>
                <a:ext cx="125700" cy="108900"/>
              </a:xfrm>
              <a:prstGeom prst="triangle">
                <a:avLst>
                  <a:gd name="adj" fmla="val 50000"/>
                </a:avLst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  <p:grpSp>
          <p:nvGrpSpPr>
            <p:cNvPr id="158" name="Google Shape;158;p9"/>
            <p:cNvGrpSpPr/>
            <p:nvPr/>
          </p:nvGrpSpPr>
          <p:grpSpPr>
            <a:xfrm>
              <a:off x="8051978" y="4744266"/>
              <a:ext cx="158283" cy="156216"/>
              <a:chOff x="8058597" y="4744266"/>
              <a:chExt cx="158283" cy="156216"/>
            </a:xfrm>
          </p:grpSpPr>
          <p:sp>
            <p:nvSpPr>
              <p:cNvPr id="159" name="Google Shape;159;p9">
                <a:hlinkClick r:id="" action="ppaction://hlinkshowjump?jump=firstslide"/>
              </p:cNvPr>
              <p:cNvSpPr/>
              <p:nvPr/>
            </p:nvSpPr>
            <p:spPr>
              <a:xfrm>
                <a:off x="8170770" y="4753449"/>
                <a:ext cx="26957" cy="25369"/>
              </a:xfrm>
              <a:custGeom>
                <a:avLst/>
                <a:gdLst/>
                <a:ahLst/>
                <a:cxnLst/>
                <a:rect l="l" t="t" r="r" b="b"/>
                <a:pathLst>
                  <a:path w="3326" h="3130" extrusionOk="0">
                    <a:moveTo>
                      <a:pt x="482" y="1"/>
                    </a:moveTo>
                    <a:cubicBezTo>
                      <a:pt x="280" y="1"/>
                      <a:pt x="95" y="114"/>
                      <a:pt x="1" y="293"/>
                    </a:cubicBezTo>
                    <a:lnTo>
                      <a:pt x="3322" y="3130"/>
                    </a:lnTo>
                    <a:lnTo>
                      <a:pt x="3322" y="564"/>
                    </a:lnTo>
                    <a:cubicBezTo>
                      <a:pt x="3325" y="253"/>
                      <a:pt x="3072" y="1"/>
                      <a:pt x="2761" y="1"/>
                    </a:cubicBezTo>
                    <a:cubicBezTo>
                      <a:pt x="2760" y="1"/>
                      <a:pt x="2758" y="1"/>
                      <a:pt x="2756" y="1"/>
                    </a:cubicBezTo>
                    <a:lnTo>
                      <a:pt x="497" y="1"/>
                    </a:lnTo>
                    <a:cubicBezTo>
                      <a:pt x="492" y="1"/>
                      <a:pt x="487" y="1"/>
                      <a:pt x="48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solidFill>
                    <a:srgbClr val="435D74"/>
                  </a:solidFill>
                </a:endParaRPr>
              </a:p>
            </p:txBody>
          </p:sp>
          <p:sp>
            <p:nvSpPr>
              <p:cNvPr id="160" name="Google Shape;160;p9">
                <a:hlinkClick r:id="" action="ppaction://hlinkshowjump?jump=firstslide"/>
              </p:cNvPr>
              <p:cNvSpPr/>
              <p:nvPr/>
            </p:nvSpPr>
            <p:spPr>
              <a:xfrm>
                <a:off x="8120106" y="4854105"/>
                <a:ext cx="36618" cy="46377"/>
              </a:xfrm>
              <a:custGeom>
                <a:avLst/>
                <a:gdLst/>
                <a:ahLst/>
                <a:cxnLst/>
                <a:rect l="l" t="t" r="r" b="b"/>
                <a:pathLst>
                  <a:path w="4518" h="5722" extrusionOk="0">
                    <a:moveTo>
                      <a:pt x="2822" y="1130"/>
                    </a:moveTo>
                    <a:cubicBezTo>
                      <a:pt x="3325" y="1130"/>
                      <a:pt x="3578" y="1738"/>
                      <a:pt x="3222" y="2093"/>
                    </a:cubicBezTo>
                    <a:cubicBezTo>
                      <a:pt x="3106" y="2209"/>
                      <a:pt x="2964" y="2260"/>
                      <a:pt x="2825" y="2260"/>
                    </a:cubicBezTo>
                    <a:cubicBezTo>
                      <a:pt x="2535" y="2260"/>
                      <a:pt x="2259" y="2036"/>
                      <a:pt x="2259" y="1696"/>
                    </a:cubicBezTo>
                    <a:cubicBezTo>
                      <a:pt x="2259" y="1383"/>
                      <a:pt x="2509" y="1130"/>
                      <a:pt x="2822" y="1130"/>
                    </a:cubicBezTo>
                    <a:close/>
                    <a:moveTo>
                      <a:pt x="0" y="1"/>
                    </a:moveTo>
                    <a:lnTo>
                      <a:pt x="0" y="5722"/>
                    </a:lnTo>
                    <a:lnTo>
                      <a:pt x="4517" y="5722"/>
                    </a:lnTo>
                    <a:lnTo>
                      <a:pt x="4517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solidFill>
                    <a:srgbClr val="435D74"/>
                  </a:solidFill>
                </a:endParaRPr>
              </a:p>
            </p:txBody>
          </p:sp>
          <p:sp>
            <p:nvSpPr>
              <p:cNvPr id="161" name="Google Shape;161;p9">
                <a:hlinkClick r:id="" action="ppaction://hlinkshowjump?jump=firstslide"/>
              </p:cNvPr>
              <p:cNvSpPr/>
              <p:nvPr/>
            </p:nvSpPr>
            <p:spPr>
              <a:xfrm>
                <a:off x="8128941" y="4808344"/>
                <a:ext cx="18309" cy="18309"/>
              </a:xfrm>
              <a:custGeom>
                <a:avLst/>
                <a:gdLst/>
                <a:ahLst/>
                <a:cxnLst/>
                <a:rect l="l" t="t" r="r" b="b"/>
                <a:pathLst>
                  <a:path w="2259" h="2259" extrusionOk="0">
                    <a:moveTo>
                      <a:pt x="0" y="0"/>
                    </a:moveTo>
                    <a:lnTo>
                      <a:pt x="0" y="2259"/>
                    </a:lnTo>
                    <a:lnTo>
                      <a:pt x="2259" y="2259"/>
                    </a:lnTo>
                    <a:lnTo>
                      <a:pt x="2259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solidFill>
                    <a:srgbClr val="435D74"/>
                  </a:solidFill>
                </a:endParaRPr>
              </a:p>
            </p:txBody>
          </p:sp>
          <p:sp>
            <p:nvSpPr>
              <p:cNvPr id="162" name="Google Shape;162;p9">
                <a:hlinkClick r:id="" action="ppaction://hlinkshowjump?jump=firstslide"/>
              </p:cNvPr>
              <p:cNvSpPr/>
              <p:nvPr/>
            </p:nvSpPr>
            <p:spPr>
              <a:xfrm>
                <a:off x="8058597" y="4744266"/>
                <a:ext cx="158283" cy="77103"/>
              </a:xfrm>
              <a:custGeom>
                <a:avLst/>
                <a:gdLst/>
                <a:ahLst/>
                <a:cxnLst/>
                <a:rect l="l" t="t" r="r" b="b"/>
                <a:pathLst>
                  <a:path w="19529" h="9513" extrusionOk="0">
                    <a:moveTo>
                      <a:pt x="9821" y="0"/>
                    </a:moveTo>
                    <a:cubicBezTo>
                      <a:pt x="9559" y="0"/>
                      <a:pt x="9297" y="92"/>
                      <a:pt x="9086" y="276"/>
                    </a:cubicBezTo>
                    <a:lnTo>
                      <a:pt x="531" y="7521"/>
                    </a:lnTo>
                    <a:cubicBezTo>
                      <a:pt x="61" y="7921"/>
                      <a:pt x="1" y="8626"/>
                      <a:pt x="395" y="9099"/>
                    </a:cubicBezTo>
                    <a:cubicBezTo>
                      <a:pt x="620" y="9369"/>
                      <a:pt x="942" y="9508"/>
                      <a:pt x="1266" y="9508"/>
                    </a:cubicBezTo>
                    <a:cubicBezTo>
                      <a:pt x="1525" y="9508"/>
                      <a:pt x="1785" y="9419"/>
                      <a:pt x="1997" y="9237"/>
                    </a:cubicBezTo>
                    <a:lnTo>
                      <a:pt x="9821" y="2622"/>
                    </a:lnTo>
                    <a:lnTo>
                      <a:pt x="17544" y="9240"/>
                    </a:lnTo>
                    <a:cubicBezTo>
                      <a:pt x="17759" y="9425"/>
                      <a:pt x="18019" y="9513"/>
                      <a:pt x="18278" y="9513"/>
                    </a:cubicBezTo>
                    <a:cubicBezTo>
                      <a:pt x="18661" y="9513"/>
                      <a:pt x="19039" y="9318"/>
                      <a:pt x="19252" y="8954"/>
                    </a:cubicBezTo>
                    <a:cubicBezTo>
                      <a:pt x="19529" y="8482"/>
                      <a:pt x="19430" y="7879"/>
                      <a:pt x="19014" y="7524"/>
                    </a:cubicBezTo>
                    <a:lnTo>
                      <a:pt x="10555" y="276"/>
                    </a:lnTo>
                    <a:cubicBezTo>
                      <a:pt x="10345" y="92"/>
                      <a:pt x="10083" y="0"/>
                      <a:pt x="982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solidFill>
                    <a:srgbClr val="435D74"/>
                  </a:solidFill>
                </a:endParaRPr>
              </a:p>
            </p:txBody>
          </p:sp>
          <p:sp>
            <p:nvSpPr>
              <p:cNvPr id="163" name="Google Shape;163;p9">
                <a:hlinkClick r:id="" action="ppaction://hlinkshowjump?jump=firstslide"/>
              </p:cNvPr>
              <p:cNvSpPr/>
              <p:nvPr/>
            </p:nvSpPr>
            <p:spPr>
              <a:xfrm>
                <a:off x="8077733" y="4777545"/>
                <a:ext cx="119889" cy="122937"/>
              </a:xfrm>
              <a:custGeom>
                <a:avLst/>
                <a:gdLst/>
                <a:ahLst/>
                <a:cxnLst/>
                <a:rect l="l" t="t" r="r" b="b"/>
                <a:pathLst>
                  <a:path w="14792" h="15168" extrusionOk="0">
                    <a:moveTo>
                      <a:pt x="9143" y="2671"/>
                    </a:moveTo>
                    <a:cubicBezTo>
                      <a:pt x="9453" y="2671"/>
                      <a:pt x="9706" y="2924"/>
                      <a:pt x="9706" y="3237"/>
                    </a:cubicBezTo>
                    <a:lnTo>
                      <a:pt x="9706" y="6625"/>
                    </a:lnTo>
                    <a:cubicBezTo>
                      <a:pt x="9706" y="6935"/>
                      <a:pt x="9453" y="7188"/>
                      <a:pt x="9143" y="7188"/>
                    </a:cubicBezTo>
                    <a:lnTo>
                      <a:pt x="5755" y="7188"/>
                    </a:lnTo>
                    <a:cubicBezTo>
                      <a:pt x="5442" y="7188"/>
                      <a:pt x="5189" y="6935"/>
                      <a:pt x="5189" y="6625"/>
                    </a:cubicBezTo>
                    <a:lnTo>
                      <a:pt x="5189" y="3237"/>
                    </a:lnTo>
                    <a:cubicBezTo>
                      <a:pt x="5189" y="2924"/>
                      <a:pt x="5442" y="2671"/>
                      <a:pt x="5755" y="2671"/>
                    </a:cubicBezTo>
                    <a:close/>
                    <a:moveTo>
                      <a:pt x="7448" y="0"/>
                    </a:moveTo>
                    <a:lnTo>
                      <a:pt x="4" y="6291"/>
                    </a:lnTo>
                    <a:lnTo>
                      <a:pt x="4" y="14605"/>
                    </a:lnTo>
                    <a:cubicBezTo>
                      <a:pt x="1" y="14913"/>
                      <a:pt x="254" y="15168"/>
                      <a:pt x="564" y="15168"/>
                    </a:cubicBezTo>
                    <a:cubicBezTo>
                      <a:pt x="566" y="15168"/>
                      <a:pt x="568" y="15168"/>
                      <a:pt x="570" y="15168"/>
                    </a:cubicBezTo>
                    <a:lnTo>
                      <a:pt x="4060" y="15168"/>
                    </a:lnTo>
                    <a:lnTo>
                      <a:pt x="4060" y="8883"/>
                    </a:lnTo>
                    <a:cubicBezTo>
                      <a:pt x="4060" y="8570"/>
                      <a:pt x="4313" y="8317"/>
                      <a:pt x="4626" y="8317"/>
                    </a:cubicBezTo>
                    <a:lnTo>
                      <a:pt x="10272" y="8317"/>
                    </a:lnTo>
                    <a:cubicBezTo>
                      <a:pt x="10582" y="8317"/>
                      <a:pt x="10835" y="8570"/>
                      <a:pt x="10835" y="8883"/>
                    </a:cubicBezTo>
                    <a:lnTo>
                      <a:pt x="10835" y="15168"/>
                    </a:lnTo>
                    <a:lnTo>
                      <a:pt x="14223" y="15168"/>
                    </a:lnTo>
                    <a:cubicBezTo>
                      <a:pt x="14225" y="15168"/>
                      <a:pt x="14227" y="15168"/>
                      <a:pt x="14228" y="15168"/>
                    </a:cubicBezTo>
                    <a:cubicBezTo>
                      <a:pt x="14539" y="15168"/>
                      <a:pt x="14792" y="14913"/>
                      <a:pt x="14789" y="14605"/>
                    </a:cubicBezTo>
                    <a:lnTo>
                      <a:pt x="14789" y="6291"/>
                    </a:lnTo>
                    <a:lnTo>
                      <a:pt x="7448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solidFill>
                    <a:srgbClr val="435D74"/>
                  </a:solidFill>
                </a:endParaRPr>
              </a:p>
            </p:txBody>
          </p:sp>
        </p:grpSp>
      </p:grpSp>
      <p:pic>
        <p:nvPicPr>
          <p:cNvPr id="164" name="Google Shape;164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-814937" y="602400"/>
            <a:ext cx="2002724" cy="18237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0"/>
          <p:cNvSpPr>
            <a:spLocks noGrp="1"/>
          </p:cNvSpPr>
          <p:nvPr>
            <p:ph type="pic" idx="2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167" name="Google Shape;167;p10"/>
          <p:cNvSpPr txBox="1">
            <a:spLocks noGrp="1"/>
          </p:cNvSpPr>
          <p:nvPr>
            <p:ph type="title"/>
          </p:nvPr>
        </p:nvSpPr>
        <p:spPr>
          <a:xfrm>
            <a:off x="720000" y="4014450"/>
            <a:ext cx="7704000" cy="572700"/>
          </a:xfrm>
          <a:prstGeom prst="rect">
            <a:avLst/>
          </a:prstGeom>
          <a:solidFill>
            <a:schemeClr val="lt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CUSTOM_10"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4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grpSp>
        <p:nvGrpSpPr>
          <p:cNvPr id="236" name="Google Shape;236;p14"/>
          <p:cNvGrpSpPr/>
          <p:nvPr/>
        </p:nvGrpSpPr>
        <p:grpSpPr>
          <a:xfrm rot="10800000">
            <a:off x="268675" y="1318850"/>
            <a:ext cx="282000" cy="1270550"/>
            <a:chOff x="4314650" y="3034025"/>
            <a:chExt cx="282000" cy="1270550"/>
          </a:xfrm>
        </p:grpSpPr>
        <p:sp>
          <p:nvSpPr>
            <p:cNvPr id="237" name="Google Shape;237;p14"/>
            <p:cNvSpPr/>
            <p:nvPr/>
          </p:nvSpPr>
          <p:spPr>
            <a:xfrm>
              <a:off x="4314650" y="3034025"/>
              <a:ext cx="282000" cy="479525"/>
            </a:xfrm>
            <a:custGeom>
              <a:avLst/>
              <a:gdLst/>
              <a:ahLst/>
              <a:cxnLst/>
              <a:rect l="l" t="t" r="r" b="b"/>
              <a:pathLst>
                <a:path w="11280" h="19181" extrusionOk="0">
                  <a:moveTo>
                    <a:pt x="0" y="1"/>
                  </a:moveTo>
                  <a:lnTo>
                    <a:pt x="0" y="11280"/>
                  </a:lnTo>
                  <a:lnTo>
                    <a:pt x="11280" y="19180"/>
                  </a:lnTo>
                  <a:lnTo>
                    <a:pt x="11280" y="790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38" name="Google Shape;238;p14"/>
            <p:cNvSpPr/>
            <p:nvPr/>
          </p:nvSpPr>
          <p:spPr>
            <a:xfrm>
              <a:off x="4314650" y="3376575"/>
              <a:ext cx="282000" cy="295025"/>
            </a:xfrm>
            <a:custGeom>
              <a:avLst/>
              <a:gdLst/>
              <a:ahLst/>
              <a:cxnLst/>
              <a:rect l="l" t="t" r="r" b="b"/>
              <a:pathLst>
                <a:path w="11280" h="11801" extrusionOk="0">
                  <a:moveTo>
                    <a:pt x="0" y="0"/>
                  </a:moveTo>
                  <a:lnTo>
                    <a:pt x="0" y="3901"/>
                  </a:lnTo>
                  <a:lnTo>
                    <a:pt x="11280" y="11801"/>
                  </a:lnTo>
                  <a:lnTo>
                    <a:pt x="11280" y="79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39" name="Google Shape;239;p14"/>
            <p:cNvSpPr/>
            <p:nvPr/>
          </p:nvSpPr>
          <p:spPr>
            <a:xfrm>
              <a:off x="4314650" y="3534650"/>
              <a:ext cx="282000" cy="295375"/>
            </a:xfrm>
            <a:custGeom>
              <a:avLst/>
              <a:gdLst/>
              <a:ahLst/>
              <a:cxnLst/>
              <a:rect l="l" t="t" r="r" b="b"/>
              <a:pathLst>
                <a:path w="11280" h="11815" extrusionOk="0">
                  <a:moveTo>
                    <a:pt x="0" y="0"/>
                  </a:moveTo>
                  <a:lnTo>
                    <a:pt x="0" y="3915"/>
                  </a:lnTo>
                  <a:lnTo>
                    <a:pt x="11280" y="11815"/>
                  </a:lnTo>
                  <a:lnTo>
                    <a:pt x="11280" y="79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40" name="Google Shape;240;p14"/>
            <p:cNvSpPr/>
            <p:nvPr/>
          </p:nvSpPr>
          <p:spPr>
            <a:xfrm>
              <a:off x="4314650" y="3693050"/>
              <a:ext cx="282000" cy="295050"/>
            </a:xfrm>
            <a:custGeom>
              <a:avLst/>
              <a:gdLst/>
              <a:ahLst/>
              <a:cxnLst/>
              <a:rect l="l" t="t" r="r" b="b"/>
              <a:pathLst>
                <a:path w="11280" h="11802" extrusionOk="0">
                  <a:moveTo>
                    <a:pt x="0" y="1"/>
                  </a:moveTo>
                  <a:lnTo>
                    <a:pt x="0" y="3902"/>
                  </a:lnTo>
                  <a:lnTo>
                    <a:pt x="11280" y="11801"/>
                  </a:lnTo>
                  <a:lnTo>
                    <a:pt x="11280" y="790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41" name="Google Shape;241;p14"/>
            <p:cNvSpPr/>
            <p:nvPr/>
          </p:nvSpPr>
          <p:spPr>
            <a:xfrm>
              <a:off x="4314650" y="3851125"/>
              <a:ext cx="282000" cy="295400"/>
            </a:xfrm>
            <a:custGeom>
              <a:avLst/>
              <a:gdLst/>
              <a:ahLst/>
              <a:cxnLst/>
              <a:rect l="l" t="t" r="r" b="b"/>
              <a:pathLst>
                <a:path w="11280" h="11816" extrusionOk="0">
                  <a:moveTo>
                    <a:pt x="0" y="1"/>
                  </a:moveTo>
                  <a:lnTo>
                    <a:pt x="0" y="3915"/>
                  </a:lnTo>
                  <a:lnTo>
                    <a:pt x="11280" y="11815"/>
                  </a:lnTo>
                  <a:lnTo>
                    <a:pt x="11280" y="790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42" name="Google Shape;242;p14"/>
            <p:cNvSpPr/>
            <p:nvPr/>
          </p:nvSpPr>
          <p:spPr>
            <a:xfrm>
              <a:off x="4314650" y="4009550"/>
              <a:ext cx="282000" cy="295025"/>
            </a:xfrm>
            <a:custGeom>
              <a:avLst/>
              <a:gdLst/>
              <a:ahLst/>
              <a:cxnLst/>
              <a:rect l="l" t="t" r="r" b="b"/>
              <a:pathLst>
                <a:path w="11280" h="11801" extrusionOk="0">
                  <a:moveTo>
                    <a:pt x="0" y="0"/>
                  </a:moveTo>
                  <a:lnTo>
                    <a:pt x="0" y="3901"/>
                  </a:lnTo>
                  <a:lnTo>
                    <a:pt x="11280" y="11801"/>
                  </a:lnTo>
                  <a:lnTo>
                    <a:pt x="11280" y="79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243" name="Google Shape;243;p14"/>
          <p:cNvGrpSpPr/>
          <p:nvPr/>
        </p:nvGrpSpPr>
        <p:grpSpPr>
          <a:xfrm>
            <a:off x="816250" y="4703275"/>
            <a:ext cx="7511400" cy="238200"/>
            <a:chOff x="816250" y="4703275"/>
            <a:chExt cx="7511400" cy="238200"/>
          </a:xfrm>
        </p:grpSpPr>
        <p:grpSp>
          <p:nvGrpSpPr>
            <p:cNvPr id="244" name="Google Shape;244;p14"/>
            <p:cNvGrpSpPr/>
            <p:nvPr/>
          </p:nvGrpSpPr>
          <p:grpSpPr>
            <a:xfrm>
              <a:off x="816250" y="4703275"/>
              <a:ext cx="7511400" cy="238200"/>
              <a:chOff x="816250" y="4630450"/>
              <a:chExt cx="7511400" cy="238200"/>
            </a:xfrm>
          </p:grpSpPr>
          <p:sp>
            <p:nvSpPr>
              <p:cNvPr id="245" name="Google Shape;245;p14"/>
              <p:cNvSpPr/>
              <p:nvPr/>
            </p:nvSpPr>
            <p:spPr>
              <a:xfrm>
                <a:off x="816250" y="4630450"/>
                <a:ext cx="7511400" cy="238200"/>
              </a:xfrm>
              <a:prstGeom prst="roundRect">
                <a:avLst>
                  <a:gd name="adj" fmla="val 50000"/>
                </a:avLst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46" name="Google Shape;246;p14"/>
              <p:cNvSpPr/>
              <p:nvPr/>
            </p:nvSpPr>
            <p:spPr>
              <a:xfrm rot="5400000">
                <a:off x="8018000" y="4558475"/>
                <a:ext cx="237300" cy="381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47" name="Google Shape;247;p14">
                <a:hlinkClick r:id="" action="ppaction://hlinkshowjump?jump=previousslide"/>
              </p:cNvPr>
              <p:cNvSpPr/>
              <p:nvPr/>
            </p:nvSpPr>
            <p:spPr>
              <a:xfrm rot="-5400000">
                <a:off x="892550" y="4695100"/>
                <a:ext cx="125700" cy="108900"/>
              </a:xfrm>
              <a:prstGeom prst="triangle">
                <a:avLst>
                  <a:gd name="adj" fmla="val 50000"/>
                </a:avLst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48" name="Google Shape;248;p14">
                <a:hlinkClick r:id="" action="ppaction://hlinkshowjump?jump=nextslide"/>
              </p:cNvPr>
              <p:cNvSpPr/>
              <p:nvPr/>
            </p:nvSpPr>
            <p:spPr>
              <a:xfrm rot="5400000" flipH="1">
                <a:off x="1084525" y="4695100"/>
                <a:ext cx="125700" cy="108900"/>
              </a:xfrm>
              <a:prstGeom prst="triangle">
                <a:avLst>
                  <a:gd name="adj" fmla="val 50000"/>
                </a:avLst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  <p:grpSp>
          <p:nvGrpSpPr>
            <p:cNvPr id="249" name="Google Shape;249;p14"/>
            <p:cNvGrpSpPr/>
            <p:nvPr/>
          </p:nvGrpSpPr>
          <p:grpSpPr>
            <a:xfrm>
              <a:off x="8051978" y="4744266"/>
              <a:ext cx="158283" cy="156216"/>
              <a:chOff x="8058597" y="4744266"/>
              <a:chExt cx="158283" cy="156216"/>
            </a:xfrm>
          </p:grpSpPr>
          <p:sp>
            <p:nvSpPr>
              <p:cNvPr id="250" name="Google Shape;250;p14">
                <a:hlinkClick r:id="" action="ppaction://hlinkshowjump?jump=firstslide"/>
              </p:cNvPr>
              <p:cNvSpPr/>
              <p:nvPr/>
            </p:nvSpPr>
            <p:spPr>
              <a:xfrm>
                <a:off x="8170770" y="4753449"/>
                <a:ext cx="26957" cy="25369"/>
              </a:xfrm>
              <a:custGeom>
                <a:avLst/>
                <a:gdLst/>
                <a:ahLst/>
                <a:cxnLst/>
                <a:rect l="l" t="t" r="r" b="b"/>
                <a:pathLst>
                  <a:path w="3326" h="3130" extrusionOk="0">
                    <a:moveTo>
                      <a:pt x="482" y="1"/>
                    </a:moveTo>
                    <a:cubicBezTo>
                      <a:pt x="280" y="1"/>
                      <a:pt x="95" y="114"/>
                      <a:pt x="1" y="293"/>
                    </a:cubicBezTo>
                    <a:lnTo>
                      <a:pt x="3322" y="3130"/>
                    </a:lnTo>
                    <a:lnTo>
                      <a:pt x="3322" y="564"/>
                    </a:lnTo>
                    <a:cubicBezTo>
                      <a:pt x="3325" y="253"/>
                      <a:pt x="3072" y="1"/>
                      <a:pt x="2761" y="1"/>
                    </a:cubicBezTo>
                    <a:cubicBezTo>
                      <a:pt x="2760" y="1"/>
                      <a:pt x="2758" y="1"/>
                      <a:pt x="2756" y="1"/>
                    </a:cubicBezTo>
                    <a:lnTo>
                      <a:pt x="497" y="1"/>
                    </a:lnTo>
                    <a:cubicBezTo>
                      <a:pt x="492" y="1"/>
                      <a:pt x="487" y="1"/>
                      <a:pt x="48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solidFill>
                    <a:srgbClr val="435D74"/>
                  </a:solidFill>
                </a:endParaRPr>
              </a:p>
            </p:txBody>
          </p:sp>
          <p:sp>
            <p:nvSpPr>
              <p:cNvPr id="251" name="Google Shape;251;p14">
                <a:hlinkClick r:id="" action="ppaction://hlinkshowjump?jump=firstslide"/>
              </p:cNvPr>
              <p:cNvSpPr/>
              <p:nvPr/>
            </p:nvSpPr>
            <p:spPr>
              <a:xfrm>
                <a:off x="8120106" y="4854105"/>
                <a:ext cx="36618" cy="46377"/>
              </a:xfrm>
              <a:custGeom>
                <a:avLst/>
                <a:gdLst/>
                <a:ahLst/>
                <a:cxnLst/>
                <a:rect l="l" t="t" r="r" b="b"/>
                <a:pathLst>
                  <a:path w="4518" h="5722" extrusionOk="0">
                    <a:moveTo>
                      <a:pt x="2822" y="1130"/>
                    </a:moveTo>
                    <a:cubicBezTo>
                      <a:pt x="3325" y="1130"/>
                      <a:pt x="3578" y="1738"/>
                      <a:pt x="3222" y="2093"/>
                    </a:cubicBezTo>
                    <a:cubicBezTo>
                      <a:pt x="3106" y="2209"/>
                      <a:pt x="2964" y="2260"/>
                      <a:pt x="2825" y="2260"/>
                    </a:cubicBezTo>
                    <a:cubicBezTo>
                      <a:pt x="2535" y="2260"/>
                      <a:pt x="2259" y="2036"/>
                      <a:pt x="2259" y="1696"/>
                    </a:cubicBezTo>
                    <a:cubicBezTo>
                      <a:pt x="2259" y="1383"/>
                      <a:pt x="2509" y="1130"/>
                      <a:pt x="2822" y="1130"/>
                    </a:cubicBezTo>
                    <a:close/>
                    <a:moveTo>
                      <a:pt x="0" y="1"/>
                    </a:moveTo>
                    <a:lnTo>
                      <a:pt x="0" y="5722"/>
                    </a:lnTo>
                    <a:lnTo>
                      <a:pt x="4517" y="5722"/>
                    </a:lnTo>
                    <a:lnTo>
                      <a:pt x="4517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solidFill>
                    <a:srgbClr val="435D74"/>
                  </a:solidFill>
                </a:endParaRPr>
              </a:p>
            </p:txBody>
          </p:sp>
          <p:sp>
            <p:nvSpPr>
              <p:cNvPr id="252" name="Google Shape;252;p14">
                <a:hlinkClick r:id="" action="ppaction://hlinkshowjump?jump=firstslide"/>
              </p:cNvPr>
              <p:cNvSpPr/>
              <p:nvPr/>
            </p:nvSpPr>
            <p:spPr>
              <a:xfrm>
                <a:off x="8128941" y="4808344"/>
                <a:ext cx="18309" cy="18309"/>
              </a:xfrm>
              <a:custGeom>
                <a:avLst/>
                <a:gdLst/>
                <a:ahLst/>
                <a:cxnLst/>
                <a:rect l="l" t="t" r="r" b="b"/>
                <a:pathLst>
                  <a:path w="2259" h="2259" extrusionOk="0">
                    <a:moveTo>
                      <a:pt x="0" y="0"/>
                    </a:moveTo>
                    <a:lnTo>
                      <a:pt x="0" y="2259"/>
                    </a:lnTo>
                    <a:lnTo>
                      <a:pt x="2259" y="2259"/>
                    </a:lnTo>
                    <a:lnTo>
                      <a:pt x="2259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solidFill>
                    <a:srgbClr val="435D74"/>
                  </a:solidFill>
                </a:endParaRPr>
              </a:p>
            </p:txBody>
          </p:sp>
          <p:sp>
            <p:nvSpPr>
              <p:cNvPr id="253" name="Google Shape;253;p14">
                <a:hlinkClick r:id="" action="ppaction://hlinkshowjump?jump=firstslide"/>
              </p:cNvPr>
              <p:cNvSpPr/>
              <p:nvPr/>
            </p:nvSpPr>
            <p:spPr>
              <a:xfrm>
                <a:off x="8058597" y="4744266"/>
                <a:ext cx="158283" cy="77103"/>
              </a:xfrm>
              <a:custGeom>
                <a:avLst/>
                <a:gdLst/>
                <a:ahLst/>
                <a:cxnLst/>
                <a:rect l="l" t="t" r="r" b="b"/>
                <a:pathLst>
                  <a:path w="19529" h="9513" extrusionOk="0">
                    <a:moveTo>
                      <a:pt x="9821" y="0"/>
                    </a:moveTo>
                    <a:cubicBezTo>
                      <a:pt x="9559" y="0"/>
                      <a:pt x="9297" y="92"/>
                      <a:pt x="9086" y="276"/>
                    </a:cubicBezTo>
                    <a:lnTo>
                      <a:pt x="531" y="7521"/>
                    </a:lnTo>
                    <a:cubicBezTo>
                      <a:pt x="61" y="7921"/>
                      <a:pt x="1" y="8626"/>
                      <a:pt x="395" y="9099"/>
                    </a:cubicBezTo>
                    <a:cubicBezTo>
                      <a:pt x="620" y="9369"/>
                      <a:pt x="942" y="9508"/>
                      <a:pt x="1266" y="9508"/>
                    </a:cubicBezTo>
                    <a:cubicBezTo>
                      <a:pt x="1525" y="9508"/>
                      <a:pt x="1785" y="9419"/>
                      <a:pt x="1997" y="9237"/>
                    </a:cubicBezTo>
                    <a:lnTo>
                      <a:pt x="9821" y="2622"/>
                    </a:lnTo>
                    <a:lnTo>
                      <a:pt x="17544" y="9240"/>
                    </a:lnTo>
                    <a:cubicBezTo>
                      <a:pt x="17759" y="9425"/>
                      <a:pt x="18019" y="9513"/>
                      <a:pt x="18278" y="9513"/>
                    </a:cubicBezTo>
                    <a:cubicBezTo>
                      <a:pt x="18661" y="9513"/>
                      <a:pt x="19039" y="9318"/>
                      <a:pt x="19252" y="8954"/>
                    </a:cubicBezTo>
                    <a:cubicBezTo>
                      <a:pt x="19529" y="8482"/>
                      <a:pt x="19430" y="7879"/>
                      <a:pt x="19014" y="7524"/>
                    </a:cubicBezTo>
                    <a:lnTo>
                      <a:pt x="10555" y="276"/>
                    </a:lnTo>
                    <a:cubicBezTo>
                      <a:pt x="10345" y="92"/>
                      <a:pt x="10083" y="0"/>
                      <a:pt x="982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solidFill>
                    <a:srgbClr val="435D74"/>
                  </a:solidFill>
                </a:endParaRPr>
              </a:p>
            </p:txBody>
          </p:sp>
          <p:sp>
            <p:nvSpPr>
              <p:cNvPr id="254" name="Google Shape;254;p14">
                <a:hlinkClick r:id="" action="ppaction://hlinkshowjump?jump=firstslide"/>
              </p:cNvPr>
              <p:cNvSpPr/>
              <p:nvPr/>
            </p:nvSpPr>
            <p:spPr>
              <a:xfrm>
                <a:off x="8077733" y="4777545"/>
                <a:ext cx="119889" cy="122937"/>
              </a:xfrm>
              <a:custGeom>
                <a:avLst/>
                <a:gdLst/>
                <a:ahLst/>
                <a:cxnLst/>
                <a:rect l="l" t="t" r="r" b="b"/>
                <a:pathLst>
                  <a:path w="14792" h="15168" extrusionOk="0">
                    <a:moveTo>
                      <a:pt x="9143" y="2671"/>
                    </a:moveTo>
                    <a:cubicBezTo>
                      <a:pt x="9453" y="2671"/>
                      <a:pt x="9706" y="2924"/>
                      <a:pt x="9706" y="3237"/>
                    </a:cubicBezTo>
                    <a:lnTo>
                      <a:pt x="9706" y="6625"/>
                    </a:lnTo>
                    <a:cubicBezTo>
                      <a:pt x="9706" y="6935"/>
                      <a:pt x="9453" y="7188"/>
                      <a:pt x="9143" y="7188"/>
                    </a:cubicBezTo>
                    <a:lnTo>
                      <a:pt x="5755" y="7188"/>
                    </a:lnTo>
                    <a:cubicBezTo>
                      <a:pt x="5442" y="7188"/>
                      <a:pt x="5189" y="6935"/>
                      <a:pt x="5189" y="6625"/>
                    </a:cubicBezTo>
                    <a:lnTo>
                      <a:pt x="5189" y="3237"/>
                    </a:lnTo>
                    <a:cubicBezTo>
                      <a:pt x="5189" y="2924"/>
                      <a:pt x="5442" y="2671"/>
                      <a:pt x="5755" y="2671"/>
                    </a:cubicBezTo>
                    <a:close/>
                    <a:moveTo>
                      <a:pt x="7448" y="0"/>
                    </a:moveTo>
                    <a:lnTo>
                      <a:pt x="4" y="6291"/>
                    </a:lnTo>
                    <a:lnTo>
                      <a:pt x="4" y="14605"/>
                    </a:lnTo>
                    <a:cubicBezTo>
                      <a:pt x="1" y="14913"/>
                      <a:pt x="254" y="15168"/>
                      <a:pt x="564" y="15168"/>
                    </a:cubicBezTo>
                    <a:cubicBezTo>
                      <a:pt x="566" y="15168"/>
                      <a:pt x="568" y="15168"/>
                      <a:pt x="570" y="15168"/>
                    </a:cubicBezTo>
                    <a:lnTo>
                      <a:pt x="4060" y="15168"/>
                    </a:lnTo>
                    <a:lnTo>
                      <a:pt x="4060" y="8883"/>
                    </a:lnTo>
                    <a:cubicBezTo>
                      <a:pt x="4060" y="8570"/>
                      <a:pt x="4313" y="8317"/>
                      <a:pt x="4626" y="8317"/>
                    </a:cubicBezTo>
                    <a:lnTo>
                      <a:pt x="10272" y="8317"/>
                    </a:lnTo>
                    <a:cubicBezTo>
                      <a:pt x="10582" y="8317"/>
                      <a:pt x="10835" y="8570"/>
                      <a:pt x="10835" y="8883"/>
                    </a:cubicBezTo>
                    <a:lnTo>
                      <a:pt x="10835" y="15168"/>
                    </a:lnTo>
                    <a:lnTo>
                      <a:pt x="14223" y="15168"/>
                    </a:lnTo>
                    <a:cubicBezTo>
                      <a:pt x="14225" y="15168"/>
                      <a:pt x="14227" y="15168"/>
                      <a:pt x="14228" y="15168"/>
                    </a:cubicBezTo>
                    <a:cubicBezTo>
                      <a:pt x="14539" y="15168"/>
                      <a:pt x="14792" y="14913"/>
                      <a:pt x="14789" y="14605"/>
                    </a:cubicBezTo>
                    <a:lnTo>
                      <a:pt x="14789" y="6291"/>
                    </a:lnTo>
                    <a:lnTo>
                      <a:pt x="7448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solidFill>
                    <a:srgbClr val="435D74"/>
                  </a:solidFill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TITLE_ONLY_1"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257" name="Google Shape;257;p15"/>
          <p:cNvGrpSpPr/>
          <p:nvPr/>
        </p:nvGrpSpPr>
        <p:grpSpPr>
          <a:xfrm>
            <a:off x="816250" y="4703275"/>
            <a:ext cx="7511400" cy="238200"/>
            <a:chOff x="816250" y="4703275"/>
            <a:chExt cx="7511400" cy="238200"/>
          </a:xfrm>
        </p:grpSpPr>
        <p:grpSp>
          <p:nvGrpSpPr>
            <p:cNvPr id="258" name="Google Shape;258;p15"/>
            <p:cNvGrpSpPr/>
            <p:nvPr/>
          </p:nvGrpSpPr>
          <p:grpSpPr>
            <a:xfrm>
              <a:off x="816250" y="4703275"/>
              <a:ext cx="7511400" cy="238200"/>
              <a:chOff x="816250" y="4630450"/>
              <a:chExt cx="7511400" cy="238200"/>
            </a:xfrm>
          </p:grpSpPr>
          <p:sp>
            <p:nvSpPr>
              <p:cNvPr id="259" name="Google Shape;259;p15"/>
              <p:cNvSpPr/>
              <p:nvPr/>
            </p:nvSpPr>
            <p:spPr>
              <a:xfrm>
                <a:off x="816250" y="4630450"/>
                <a:ext cx="7511400" cy="238200"/>
              </a:xfrm>
              <a:prstGeom prst="roundRect">
                <a:avLst>
                  <a:gd name="adj" fmla="val 50000"/>
                </a:avLst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60" name="Google Shape;260;p15"/>
              <p:cNvSpPr/>
              <p:nvPr/>
            </p:nvSpPr>
            <p:spPr>
              <a:xfrm rot="5400000">
                <a:off x="8018000" y="4558475"/>
                <a:ext cx="237300" cy="381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61" name="Google Shape;261;p15">
                <a:hlinkClick r:id="" action="ppaction://hlinkshowjump?jump=previousslide"/>
              </p:cNvPr>
              <p:cNvSpPr/>
              <p:nvPr/>
            </p:nvSpPr>
            <p:spPr>
              <a:xfrm rot="-5400000">
                <a:off x="892550" y="4695100"/>
                <a:ext cx="125700" cy="108900"/>
              </a:xfrm>
              <a:prstGeom prst="triangle">
                <a:avLst>
                  <a:gd name="adj" fmla="val 50000"/>
                </a:avLst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62" name="Google Shape;262;p15">
                <a:hlinkClick r:id="" action="ppaction://hlinkshowjump?jump=nextslide"/>
              </p:cNvPr>
              <p:cNvSpPr/>
              <p:nvPr/>
            </p:nvSpPr>
            <p:spPr>
              <a:xfrm rot="5400000" flipH="1">
                <a:off x="1084525" y="4695100"/>
                <a:ext cx="125700" cy="108900"/>
              </a:xfrm>
              <a:prstGeom prst="triangle">
                <a:avLst>
                  <a:gd name="adj" fmla="val 50000"/>
                </a:avLst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  <p:grpSp>
          <p:nvGrpSpPr>
            <p:cNvPr id="263" name="Google Shape;263;p15"/>
            <p:cNvGrpSpPr/>
            <p:nvPr/>
          </p:nvGrpSpPr>
          <p:grpSpPr>
            <a:xfrm>
              <a:off x="8051978" y="4744266"/>
              <a:ext cx="158283" cy="156216"/>
              <a:chOff x="8058597" y="4744266"/>
              <a:chExt cx="158283" cy="156216"/>
            </a:xfrm>
          </p:grpSpPr>
          <p:sp>
            <p:nvSpPr>
              <p:cNvPr id="264" name="Google Shape;264;p15">
                <a:hlinkClick r:id="" action="ppaction://hlinkshowjump?jump=firstslide"/>
              </p:cNvPr>
              <p:cNvSpPr/>
              <p:nvPr/>
            </p:nvSpPr>
            <p:spPr>
              <a:xfrm>
                <a:off x="8170770" y="4753449"/>
                <a:ext cx="26957" cy="25369"/>
              </a:xfrm>
              <a:custGeom>
                <a:avLst/>
                <a:gdLst/>
                <a:ahLst/>
                <a:cxnLst/>
                <a:rect l="l" t="t" r="r" b="b"/>
                <a:pathLst>
                  <a:path w="3326" h="3130" extrusionOk="0">
                    <a:moveTo>
                      <a:pt x="482" y="1"/>
                    </a:moveTo>
                    <a:cubicBezTo>
                      <a:pt x="280" y="1"/>
                      <a:pt x="95" y="114"/>
                      <a:pt x="1" y="293"/>
                    </a:cubicBezTo>
                    <a:lnTo>
                      <a:pt x="3322" y="3130"/>
                    </a:lnTo>
                    <a:lnTo>
                      <a:pt x="3322" y="564"/>
                    </a:lnTo>
                    <a:cubicBezTo>
                      <a:pt x="3325" y="253"/>
                      <a:pt x="3072" y="1"/>
                      <a:pt x="2761" y="1"/>
                    </a:cubicBezTo>
                    <a:cubicBezTo>
                      <a:pt x="2760" y="1"/>
                      <a:pt x="2758" y="1"/>
                      <a:pt x="2756" y="1"/>
                    </a:cubicBezTo>
                    <a:lnTo>
                      <a:pt x="497" y="1"/>
                    </a:lnTo>
                    <a:cubicBezTo>
                      <a:pt x="492" y="1"/>
                      <a:pt x="487" y="1"/>
                      <a:pt x="48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solidFill>
                    <a:srgbClr val="435D74"/>
                  </a:solidFill>
                </a:endParaRPr>
              </a:p>
            </p:txBody>
          </p:sp>
          <p:sp>
            <p:nvSpPr>
              <p:cNvPr id="265" name="Google Shape;265;p15">
                <a:hlinkClick r:id="" action="ppaction://hlinkshowjump?jump=firstslide"/>
              </p:cNvPr>
              <p:cNvSpPr/>
              <p:nvPr/>
            </p:nvSpPr>
            <p:spPr>
              <a:xfrm>
                <a:off x="8120106" y="4854105"/>
                <a:ext cx="36618" cy="46377"/>
              </a:xfrm>
              <a:custGeom>
                <a:avLst/>
                <a:gdLst/>
                <a:ahLst/>
                <a:cxnLst/>
                <a:rect l="l" t="t" r="r" b="b"/>
                <a:pathLst>
                  <a:path w="4518" h="5722" extrusionOk="0">
                    <a:moveTo>
                      <a:pt x="2822" y="1130"/>
                    </a:moveTo>
                    <a:cubicBezTo>
                      <a:pt x="3325" y="1130"/>
                      <a:pt x="3578" y="1738"/>
                      <a:pt x="3222" y="2093"/>
                    </a:cubicBezTo>
                    <a:cubicBezTo>
                      <a:pt x="3106" y="2209"/>
                      <a:pt x="2964" y="2260"/>
                      <a:pt x="2825" y="2260"/>
                    </a:cubicBezTo>
                    <a:cubicBezTo>
                      <a:pt x="2535" y="2260"/>
                      <a:pt x="2259" y="2036"/>
                      <a:pt x="2259" y="1696"/>
                    </a:cubicBezTo>
                    <a:cubicBezTo>
                      <a:pt x="2259" y="1383"/>
                      <a:pt x="2509" y="1130"/>
                      <a:pt x="2822" y="1130"/>
                    </a:cubicBezTo>
                    <a:close/>
                    <a:moveTo>
                      <a:pt x="0" y="1"/>
                    </a:moveTo>
                    <a:lnTo>
                      <a:pt x="0" y="5722"/>
                    </a:lnTo>
                    <a:lnTo>
                      <a:pt x="4517" y="5722"/>
                    </a:lnTo>
                    <a:lnTo>
                      <a:pt x="4517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solidFill>
                    <a:srgbClr val="435D74"/>
                  </a:solidFill>
                </a:endParaRPr>
              </a:p>
            </p:txBody>
          </p:sp>
          <p:sp>
            <p:nvSpPr>
              <p:cNvPr id="266" name="Google Shape;266;p15">
                <a:hlinkClick r:id="" action="ppaction://hlinkshowjump?jump=firstslide"/>
              </p:cNvPr>
              <p:cNvSpPr/>
              <p:nvPr/>
            </p:nvSpPr>
            <p:spPr>
              <a:xfrm>
                <a:off x="8128941" y="4808344"/>
                <a:ext cx="18309" cy="18309"/>
              </a:xfrm>
              <a:custGeom>
                <a:avLst/>
                <a:gdLst/>
                <a:ahLst/>
                <a:cxnLst/>
                <a:rect l="l" t="t" r="r" b="b"/>
                <a:pathLst>
                  <a:path w="2259" h="2259" extrusionOk="0">
                    <a:moveTo>
                      <a:pt x="0" y="0"/>
                    </a:moveTo>
                    <a:lnTo>
                      <a:pt x="0" y="2259"/>
                    </a:lnTo>
                    <a:lnTo>
                      <a:pt x="2259" y="2259"/>
                    </a:lnTo>
                    <a:lnTo>
                      <a:pt x="2259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solidFill>
                    <a:srgbClr val="435D74"/>
                  </a:solidFill>
                </a:endParaRPr>
              </a:p>
            </p:txBody>
          </p:sp>
          <p:sp>
            <p:nvSpPr>
              <p:cNvPr id="267" name="Google Shape;267;p15">
                <a:hlinkClick r:id="" action="ppaction://hlinkshowjump?jump=firstslide"/>
              </p:cNvPr>
              <p:cNvSpPr/>
              <p:nvPr/>
            </p:nvSpPr>
            <p:spPr>
              <a:xfrm>
                <a:off x="8058597" y="4744266"/>
                <a:ext cx="158283" cy="77103"/>
              </a:xfrm>
              <a:custGeom>
                <a:avLst/>
                <a:gdLst/>
                <a:ahLst/>
                <a:cxnLst/>
                <a:rect l="l" t="t" r="r" b="b"/>
                <a:pathLst>
                  <a:path w="19529" h="9513" extrusionOk="0">
                    <a:moveTo>
                      <a:pt x="9821" y="0"/>
                    </a:moveTo>
                    <a:cubicBezTo>
                      <a:pt x="9559" y="0"/>
                      <a:pt x="9297" y="92"/>
                      <a:pt x="9086" y="276"/>
                    </a:cubicBezTo>
                    <a:lnTo>
                      <a:pt x="531" y="7521"/>
                    </a:lnTo>
                    <a:cubicBezTo>
                      <a:pt x="61" y="7921"/>
                      <a:pt x="1" y="8626"/>
                      <a:pt x="395" y="9099"/>
                    </a:cubicBezTo>
                    <a:cubicBezTo>
                      <a:pt x="620" y="9369"/>
                      <a:pt x="942" y="9508"/>
                      <a:pt x="1266" y="9508"/>
                    </a:cubicBezTo>
                    <a:cubicBezTo>
                      <a:pt x="1525" y="9508"/>
                      <a:pt x="1785" y="9419"/>
                      <a:pt x="1997" y="9237"/>
                    </a:cubicBezTo>
                    <a:lnTo>
                      <a:pt x="9821" y="2622"/>
                    </a:lnTo>
                    <a:lnTo>
                      <a:pt x="17544" y="9240"/>
                    </a:lnTo>
                    <a:cubicBezTo>
                      <a:pt x="17759" y="9425"/>
                      <a:pt x="18019" y="9513"/>
                      <a:pt x="18278" y="9513"/>
                    </a:cubicBezTo>
                    <a:cubicBezTo>
                      <a:pt x="18661" y="9513"/>
                      <a:pt x="19039" y="9318"/>
                      <a:pt x="19252" y="8954"/>
                    </a:cubicBezTo>
                    <a:cubicBezTo>
                      <a:pt x="19529" y="8482"/>
                      <a:pt x="19430" y="7879"/>
                      <a:pt x="19014" y="7524"/>
                    </a:cubicBezTo>
                    <a:lnTo>
                      <a:pt x="10555" y="276"/>
                    </a:lnTo>
                    <a:cubicBezTo>
                      <a:pt x="10345" y="92"/>
                      <a:pt x="10083" y="0"/>
                      <a:pt x="982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solidFill>
                    <a:srgbClr val="435D74"/>
                  </a:solidFill>
                </a:endParaRPr>
              </a:p>
            </p:txBody>
          </p:sp>
          <p:sp>
            <p:nvSpPr>
              <p:cNvPr id="268" name="Google Shape;268;p15">
                <a:hlinkClick r:id="" action="ppaction://hlinkshowjump?jump=firstslide"/>
              </p:cNvPr>
              <p:cNvSpPr/>
              <p:nvPr/>
            </p:nvSpPr>
            <p:spPr>
              <a:xfrm>
                <a:off x="8077733" y="4777545"/>
                <a:ext cx="119889" cy="122937"/>
              </a:xfrm>
              <a:custGeom>
                <a:avLst/>
                <a:gdLst/>
                <a:ahLst/>
                <a:cxnLst/>
                <a:rect l="l" t="t" r="r" b="b"/>
                <a:pathLst>
                  <a:path w="14792" h="15168" extrusionOk="0">
                    <a:moveTo>
                      <a:pt x="9143" y="2671"/>
                    </a:moveTo>
                    <a:cubicBezTo>
                      <a:pt x="9453" y="2671"/>
                      <a:pt x="9706" y="2924"/>
                      <a:pt x="9706" y="3237"/>
                    </a:cubicBezTo>
                    <a:lnTo>
                      <a:pt x="9706" y="6625"/>
                    </a:lnTo>
                    <a:cubicBezTo>
                      <a:pt x="9706" y="6935"/>
                      <a:pt x="9453" y="7188"/>
                      <a:pt x="9143" y="7188"/>
                    </a:cubicBezTo>
                    <a:lnTo>
                      <a:pt x="5755" y="7188"/>
                    </a:lnTo>
                    <a:cubicBezTo>
                      <a:pt x="5442" y="7188"/>
                      <a:pt x="5189" y="6935"/>
                      <a:pt x="5189" y="6625"/>
                    </a:cubicBezTo>
                    <a:lnTo>
                      <a:pt x="5189" y="3237"/>
                    </a:lnTo>
                    <a:cubicBezTo>
                      <a:pt x="5189" y="2924"/>
                      <a:pt x="5442" y="2671"/>
                      <a:pt x="5755" y="2671"/>
                    </a:cubicBezTo>
                    <a:close/>
                    <a:moveTo>
                      <a:pt x="7448" y="0"/>
                    </a:moveTo>
                    <a:lnTo>
                      <a:pt x="4" y="6291"/>
                    </a:lnTo>
                    <a:lnTo>
                      <a:pt x="4" y="14605"/>
                    </a:lnTo>
                    <a:cubicBezTo>
                      <a:pt x="1" y="14913"/>
                      <a:pt x="254" y="15168"/>
                      <a:pt x="564" y="15168"/>
                    </a:cubicBezTo>
                    <a:cubicBezTo>
                      <a:pt x="566" y="15168"/>
                      <a:pt x="568" y="15168"/>
                      <a:pt x="570" y="15168"/>
                    </a:cubicBezTo>
                    <a:lnTo>
                      <a:pt x="4060" y="15168"/>
                    </a:lnTo>
                    <a:lnTo>
                      <a:pt x="4060" y="8883"/>
                    </a:lnTo>
                    <a:cubicBezTo>
                      <a:pt x="4060" y="8570"/>
                      <a:pt x="4313" y="8317"/>
                      <a:pt x="4626" y="8317"/>
                    </a:cubicBezTo>
                    <a:lnTo>
                      <a:pt x="10272" y="8317"/>
                    </a:lnTo>
                    <a:cubicBezTo>
                      <a:pt x="10582" y="8317"/>
                      <a:pt x="10835" y="8570"/>
                      <a:pt x="10835" y="8883"/>
                    </a:cubicBezTo>
                    <a:lnTo>
                      <a:pt x="10835" y="15168"/>
                    </a:lnTo>
                    <a:lnTo>
                      <a:pt x="14223" y="15168"/>
                    </a:lnTo>
                    <a:cubicBezTo>
                      <a:pt x="14225" y="15168"/>
                      <a:pt x="14227" y="15168"/>
                      <a:pt x="14228" y="15168"/>
                    </a:cubicBezTo>
                    <a:cubicBezTo>
                      <a:pt x="14539" y="15168"/>
                      <a:pt x="14792" y="14913"/>
                      <a:pt x="14789" y="14605"/>
                    </a:cubicBezTo>
                    <a:lnTo>
                      <a:pt x="14789" y="6291"/>
                    </a:lnTo>
                    <a:lnTo>
                      <a:pt x="7448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solidFill>
                    <a:srgbClr val="435D74"/>
                  </a:solidFill>
                </a:endParaRPr>
              </a:p>
            </p:txBody>
          </p:sp>
        </p:grpSp>
      </p:grpSp>
      <p:sp>
        <p:nvSpPr>
          <p:cNvPr id="269" name="Google Shape;269;p15"/>
          <p:cNvSpPr/>
          <p:nvPr/>
        </p:nvSpPr>
        <p:spPr>
          <a:xfrm>
            <a:off x="104700" y="1705375"/>
            <a:ext cx="391853" cy="392090"/>
          </a:xfrm>
          <a:custGeom>
            <a:avLst/>
            <a:gdLst/>
            <a:ahLst/>
            <a:cxnLst/>
            <a:rect l="l" t="t" r="r" b="b"/>
            <a:pathLst>
              <a:path w="23166" h="23180" extrusionOk="0">
                <a:moveTo>
                  <a:pt x="5704" y="1"/>
                </a:moveTo>
                <a:lnTo>
                  <a:pt x="1" y="5704"/>
                </a:lnTo>
                <a:lnTo>
                  <a:pt x="5873" y="11590"/>
                </a:lnTo>
                <a:lnTo>
                  <a:pt x="1" y="17476"/>
                </a:lnTo>
                <a:lnTo>
                  <a:pt x="5704" y="23179"/>
                </a:lnTo>
                <a:lnTo>
                  <a:pt x="11576" y="17293"/>
                </a:lnTo>
                <a:lnTo>
                  <a:pt x="17462" y="23179"/>
                </a:lnTo>
                <a:lnTo>
                  <a:pt x="23165" y="17476"/>
                </a:lnTo>
                <a:lnTo>
                  <a:pt x="17279" y="11590"/>
                </a:lnTo>
                <a:lnTo>
                  <a:pt x="23165" y="5704"/>
                </a:lnTo>
                <a:lnTo>
                  <a:pt x="17462" y="1"/>
                </a:lnTo>
                <a:lnTo>
                  <a:pt x="11576" y="5887"/>
                </a:lnTo>
                <a:lnTo>
                  <a:pt x="5704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grpSp>
        <p:nvGrpSpPr>
          <p:cNvPr id="270" name="Google Shape;270;p15"/>
          <p:cNvGrpSpPr/>
          <p:nvPr/>
        </p:nvGrpSpPr>
        <p:grpSpPr>
          <a:xfrm>
            <a:off x="8669075" y="2907550"/>
            <a:ext cx="282000" cy="1270550"/>
            <a:chOff x="4314650" y="3034025"/>
            <a:chExt cx="282000" cy="1270550"/>
          </a:xfrm>
        </p:grpSpPr>
        <p:sp>
          <p:nvSpPr>
            <p:cNvPr id="271" name="Google Shape;271;p15"/>
            <p:cNvSpPr/>
            <p:nvPr/>
          </p:nvSpPr>
          <p:spPr>
            <a:xfrm>
              <a:off x="4314650" y="3034025"/>
              <a:ext cx="282000" cy="479525"/>
            </a:xfrm>
            <a:custGeom>
              <a:avLst/>
              <a:gdLst/>
              <a:ahLst/>
              <a:cxnLst/>
              <a:rect l="l" t="t" r="r" b="b"/>
              <a:pathLst>
                <a:path w="11280" h="19181" extrusionOk="0">
                  <a:moveTo>
                    <a:pt x="0" y="1"/>
                  </a:moveTo>
                  <a:lnTo>
                    <a:pt x="0" y="11280"/>
                  </a:lnTo>
                  <a:lnTo>
                    <a:pt x="11280" y="19180"/>
                  </a:lnTo>
                  <a:lnTo>
                    <a:pt x="11280" y="790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72" name="Google Shape;272;p15"/>
            <p:cNvSpPr/>
            <p:nvPr/>
          </p:nvSpPr>
          <p:spPr>
            <a:xfrm>
              <a:off x="4314650" y="3376575"/>
              <a:ext cx="282000" cy="295025"/>
            </a:xfrm>
            <a:custGeom>
              <a:avLst/>
              <a:gdLst/>
              <a:ahLst/>
              <a:cxnLst/>
              <a:rect l="l" t="t" r="r" b="b"/>
              <a:pathLst>
                <a:path w="11280" h="11801" extrusionOk="0">
                  <a:moveTo>
                    <a:pt x="0" y="0"/>
                  </a:moveTo>
                  <a:lnTo>
                    <a:pt x="0" y="3901"/>
                  </a:lnTo>
                  <a:lnTo>
                    <a:pt x="11280" y="11801"/>
                  </a:lnTo>
                  <a:lnTo>
                    <a:pt x="11280" y="79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73" name="Google Shape;273;p15"/>
            <p:cNvSpPr/>
            <p:nvPr/>
          </p:nvSpPr>
          <p:spPr>
            <a:xfrm>
              <a:off x="4314650" y="3534650"/>
              <a:ext cx="282000" cy="295375"/>
            </a:xfrm>
            <a:custGeom>
              <a:avLst/>
              <a:gdLst/>
              <a:ahLst/>
              <a:cxnLst/>
              <a:rect l="l" t="t" r="r" b="b"/>
              <a:pathLst>
                <a:path w="11280" h="11815" extrusionOk="0">
                  <a:moveTo>
                    <a:pt x="0" y="0"/>
                  </a:moveTo>
                  <a:lnTo>
                    <a:pt x="0" y="3915"/>
                  </a:lnTo>
                  <a:lnTo>
                    <a:pt x="11280" y="11815"/>
                  </a:lnTo>
                  <a:lnTo>
                    <a:pt x="11280" y="79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74" name="Google Shape;274;p15"/>
            <p:cNvSpPr/>
            <p:nvPr/>
          </p:nvSpPr>
          <p:spPr>
            <a:xfrm>
              <a:off x="4314650" y="3693050"/>
              <a:ext cx="282000" cy="295050"/>
            </a:xfrm>
            <a:custGeom>
              <a:avLst/>
              <a:gdLst/>
              <a:ahLst/>
              <a:cxnLst/>
              <a:rect l="l" t="t" r="r" b="b"/>
              <a:pathLst>
                <a:path w="11280" h="11802" extrusionOk="0">
                  <a:moveTo>
                    <a:pt x="0" y="1"/>
                  </a:moveTo>
                  <a:lnTo>
                    <a:pt x="0" y="3902"/>
                  </a:lnTo>
                  <a:lnTo>
                    <a:pt x="11280" y="11801"/>
                  </a:lnTo>
                  <a:lnTo>
                    <a:pt x="11280" y="790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75" name="Google Shape;275;p15"/>
            <p:cNvSpPr/>
            <p:nvPr/>
          </p:nvSpPr>
          <p:spPr>
            <a:xfrm>
              <a:off x="4314650" y="3851125"/>
              <a:ext cx="282000" cy="295400"/>
            </a:xfrm>
            <a:custGeom>
              <a:avLst/>
              <a:gdLst/>
              <a:ahLst/>
              <a:cxnLst/>
              <a:rect l="l" t="t" r="r" b="b"/>
              <a:pathLst>
                <a:path w="11280" h="11816" extrusionOk="0">
                  <a:moveTo>
                    <a:pt x="0" y="1"/>
                  </a:moveTo>
                  <a:lnTo>
                    <a:pt x="0" y="3915"/>
                  </a:lnTo>
                  <a:lnTo>
                    <a:pt x="11280" y="11815"/>
                  </a:lnTo>
                  <a:lnTo>
                    <a:pt x="11280" y="790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76" name="Google Shape;276;p15"/>
            <p:cNvSpPr/>
            <p:nvPr/>
          </p:nvSpPr>
          <p:spPr>
            <a:xfrm>
              <a:off x="4314650" y="4009550"/>
              <a:ext cx="282000" cy="295025"/>
            </a:xfrm>
            <a:custGeom>
              <a:avLst/>
              <a:gdLst/>
              <a:ahLst/>
              <a:cxnLst/>
              <a:rect l="l" t="t" r="r" b="b"/>
              <a:pathLst>
                <a:path w="11280" h="11801" extrusionOk="0">
                  <a:moveTo>
                    <a:pt x="0" y="0"/>
                  </a:moveTo>
                  <a:lnTo>
                    <a:pt x="0" y="3901"/>
                  </a:lnTo>
                  <a:lnTo>
                    <a:pt x="11280" y="11801"/>
                  </a:lnTo>
                  <a:lnTo>
                    <a:pt x="11280" y="79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6"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1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02" name="Google Shape;302;p17"/>
          <p:cNvSpPr txBox="1">
            <a:spLocks noGrp="1"/>
          </p:cNvSpPr>
          <p:nvPr>
            <p:ph type="subTitle" idx="1"/>
          </p:nvPr>
        </p:nvSpPr>
        <p:spPr>
          <a:xfrm>
            <a:off x="1014538" y="2685650"/>
            <a:ext cx="2205900" cy="166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303" name="Google Shape;303;p17"/>
          <p:cNvSpPr txBox="1">
            <a:spLocks noGrp="1"/>
          </p:cNvSpPr>
          <p:nvPr>
            <p:ph type="subTitle" idx="2"/>
          </p:nvPr>
        </p:nvSpPr>
        <p:spPr>
          <a:xfrm>
            <a:off x="3468983" y="2685650"/>
            <a:ext cx="2205900" cy="166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304" name="Google Shape;304;p17"/>
          <p:cNvSpPr txBox="1">
            <a:spLocks noGrp="1"/>
          </p:cNvSpPr>
          <p:nvPr>
            <p:ph type="subTitle" idx="3"/>
          </p:nvPr>
        </p:nvSpPr>
        <p:spPr>
          <a:xfrm>
            <a:off x="5923397" y="2685650"/>
            <a:ext cx="2205900" cy="166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305" name="Google Shape;305;p17"/>
          <p:cNvSpPr txBox="1">
            <a:spLocks noGrp="1"/>
          </p:cNvSpPr>
          <p:nvPr>
            <p:ph type="subTitle" idx="4"/>
          </p:nvPr>
        </p:nvSpPr>
        <p:spPr>
          <a:xfrm>
            <a:off x="1205788" y="2016375"/>
            <a:ext cx="1823400" cy="72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None/>
              <a:defRPr sz="18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None/>
              <a:defRPr sz="2400" b="1"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None/>
              <a:defRPr sz="2400" b="1"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None/>
              <a:defRPr sz="2400" b="1"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None/>
              <a:defRPr sz="2400" b="1"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None/>
              <a:defRPr sz="2400" b="1"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None/>
              <a:defRPr sz="2400" b="1"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None/>
              <a:defRPr sz="2400" b="1"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None/>
              <a:defRPr sz="2400" b="1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306" name="Google Shape;306;p17"/>
          <p:cNvSpPr txBox="1">
            <a:spLocks noGrp="1"/>
          </p:cNvSpPr>
          <p:nvPr>
            <p:ph type="subTitle" idx="5"/>
          </p:nvPr>
        </p:nvSpPr>
        <p:spPr>
          <a:xfrm>
            <a:off x="3660233" y="2016375"/>
            <a:ext cx="1823400" cy="72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None/>
              <a:defRPr sz="18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None/>
              <a:defRPr sz="2400" b="1"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None/>
              <a:defRPr sz="2400" b="1"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None/>
              <a:defRPr sz="2400" b="1"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None/>
              <a:defRPr sz="2400" b="1"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None/>
              <a:defRPr sz="2400" b="1"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None/>
              <a:defRPr sz="2400" b="1"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None/>
              <a:defRPr sz="2400" b="1"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None/>
              <a:defRPr sz="2400" b="1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307" name="Google Shape;307;p17"/>
          <p:cNvSpPr txBox="1">
            <a:spLocks noGrp="1"/>
          </p:cNvSpPr>
          <p:nvPr>
            <p:ph type="subTitle" idx="6"/>
          </p:nvPr>
        </p:nvSpPr>
        <p:spPr>
          <a:xfrm>
            <a:off x="6114647" y="2016375"/>
            <a:ext cx="1823400" cy="72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None/>
              <a:defRPr sz="18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None/>
              <a:defRPr sz="2400" b="1"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None/>
              <a:defRPr sz="2400" b="1"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None/>
              <a:defRPr sz="2400" b="1"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None/>
              <a:defRPr sz="2400" b="1"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None/>
              <a:defRPr sz="2400" b="1"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None/>
              <a:defRPr sz="2400" b="1"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None/>
              <a:defRPr sz="2400" b="1"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None/>
              <a:defRPr sz="2400" b="1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grpSp>
        <p:nvGrpSpPr>
          <p:cNvPr id="308" name="Google Shape;308;p17"/>
          <p:cNvGrpSpPr/>
          <p:nvPr/>
        </p:nvGrpSpPr>
        <p:grpSpPr>
          <a:xfrm>
            <a:off x="816250" y="4703275"/>
            <a:ext cx="7511400" cy="238200"/>
            <a:chOff x="816250" y="4703275"/>
            <a:chExt cx="7511400" cy="238200"/>
          </a:xfrm>
        </p:grpSpPr>
        <p:grpSp>
          <p:nvGrpSpPr>
            <p:cNvPr id="309" name="Google Shape;309;p17"/>
            <p:cNvGrpSpPr/>
            <p:nvPr/>
          </p:nvGrpSpPr>
          <p:grpSpPr>
            <a:xfrm>
              <a:off x="816250" y="4703275"/>
              <a:ext cx="7511400" cy="238200"/>
              <a:chOff x="816250" y="4630450"/>
              <a:chExt cx="7511400" cy="238200"/>
            </a:xfrm>
          </p:grpSpPr>
          <p:sp>
            <p:nvSpPr>
              <p:cNvPr id="310" name="Google Shape;310;p17"/>
              <p:cNvSpPr/>
              <p:nvPr/>
            </p:nvSpPr>
            <p:spPr>
              <a:xfrm>
                <a:off x="816250" y="4630450"/>
                <a:ext cx="7511400" cy="238200"/>
              </a:xfrm>
              <a:prstGeom prst="roundRect">
                <a:avLst>
                  <a:gd name="adj" fmla="val 50000"/>
                </a:avLst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11" name="Google Shape;311;p17"/>
              <p:cNvSpPr/>
              <p:nvPr/>
            </p:nvSpPr>
            <p:spPr>
              <a:xfrm rot="5400000">
                <a:off x="8018000" y="4558475"/>
                <a:ext cx="237300" cy="381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12" name="Google Shape;312;p17">
                <a:hlinkClick r:id="" action="ppaction://hlinkshowjump?jump=previousslide"/>
              </p:cNvPr>
              <p:cNvSpPr/>
              <p:nvPr/>
            </p:nvSpPr>
            <p:spPr>
              <a:xfrm rot="-5400000">
                <a:off x="892550" y="4695100"/>
                <a:ext cx="125700" cy="108900"/>
              </a:xfrm>
              <a:prstGeom prst="triangle">
                <a:avLst>
                  <a:gd name="adj" fmla="val 50000"/>
                </a:avLst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13" name="Google Shape;313;p17">
                <a:hlinkClick r:id="" action="ppaction://hlinkshowjump?jump=nextslide"/>
              </p:cNvPr>
              <p:cNvSpPr/>
              <p:nvPr/>
            </p:nvSpPr>
            <p:spPr>
              <a:xfrm rot="5400000" flipH="1">
                <a:off x="1084525" y="4695100"/>
                <a:ext cx="125700" cy="108900"/>
              </a:xfrm>
              <a:prstGeom prst="triangle">
                <a:avLst>
                  <a:gd name="adj" fmla="val 50000"/>
                </a:avLst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  <p:grpSp>
          <p:nvGrpSpPr>
            <p:cNvPr id="314" name="Google Shape;314;p17"/>
            <p:cNvGrpSpPr/>
            <p:nvPr/>
          </p:nvGrpSpPr>
          <p:grpSpPr>
            <a:xfrm>
              <a:off x="8051978" y="4744266"/>
              <a:ext cx="158283" cy="156216"/>
              <a:chOff x="8058597" y="4744266"/>
              <a:chExt cx="158283" cy="156216"/>
            </a:xfrm>
          </p:grpSpPr>
          <p:sp>
            <p:nvSpPr>
              <p:cNvPr id="315" name="Google Shape;315;p17">
                <a:hlinkClick r:id="" action="ppaction://hlinkshowjump?jump=firstslide"/>
              </p:cNvPr>
              <p:cNvSpPr/>
              <p:nvPr/>
            </p:nvSpPr>
            <p:spPr>
              <a:xfrm>
                <a:off x="8170770" y="4753449"/>
                <a:ext cx="26957" cy="25369"/>
              </a:xfrm>
              <a:custGeom>
                <a:avLst/>
                <a:gdLst/>
                <a:ahLst/>
                <a:cxnLst/>
                <a:rect l="l" t="t" r="r" b="b"/>
                <a:pathLst>
                  <a:path w="3326" h="3130" extrusionOk="0">
                    <a:moveTo>
                      <a:pt x="482" y="1"/>
                    </a:moveTo>
                    <a:cubicBezTo>
                      <a:pt x="280" y="1"/>
                      <a:pt x="95" y="114"/>
                      <a:pt x="1" y="293"/>
                    </a:cubicBezTo>
                    <a:lnTo>
                      <a:pt x="3322" y="3130"/>
                    </a:lnTo>
                    <a:lnTo>
                      <a:pt x="3322" y="564"/>
                    </a:lnTo>
                    <a:cubicBezTo>
                      <a:pt x="3325" y="253"/>
                      <a:pt x="3072" y="1"/>
                      <a:pt x="2761" y="1"/>
                    </a:cubicBezTo>
                    <a:cubicBezTo>
                      <a:pt x="2760" y="1"/>
                      <a:pt x="2758" y="1"/>
                      <a:pt x="2756" y="1"/>
                    </a:cubicBezTo>
                    <a:lnTo>
                      <a:pt x="497" y="1"/>
                    </a:lnTo>
                    <a:cubicBezTo>
                      <a:pt x="492" y="1"/>
                      <a:pt x="487" y="1"/>
                      <a:pt x="48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solidFill>
                    <a:srgbClr val="435D74"/>
                  </a:solidFill>
                </a:endParaRPr>
              </a:p>
            </p:txBody>
          </p:sp>
          <p:sp>
            <p:nvSpPr>
              <p:cNvPr id="316" name="Google Shape;316;p17">
                <a:hlinkClick r:id="" action="ppaction://hlinkshowjump?jump=firstslide"/>
              </p:cNvPr>
              <p:cNvSpPr/>
              <p:nvPr/>
            </p:nvSpPr>
            <p:spPr>
              <a:xfrm>
                <a:off x="8120106" y="4854105"/>
                <a:ext cx="36618" cy="46377"/>
              </a:xfrm>
              <a:custGeom>
                <a:avLst/>
                <a:gdLst/>
                <a:ahLst/>
                <a:cxnLst/>
                <a:rect l="l" t="t" r="r" b="b"/>
                <a:pathLst>
                  <a:path w="4518" h="5722" extrusionOk="0">
                    <a:moveTo>
                      <a:pt x="2822" y="1130"/>
                    </a:moveTo>
                    <a:cubicBezTo>
                      <a:pt x="3325" y="1130"/>
                      <a:pt x="3578" y="1738"/>
                      <a:pt x="3222" y="2093"/>
                    </a:cubicBezTo>
                    <a:cubicBezTo>
                      <a:pt x="3106" y="2209"/>
                      <a:pt x="2964" y="2260"/>
                      <a:pt x="2825" y="2260"/>
                    </a:cubicBezTo>
                    <a:cubicBezTo>
                      <a:pt x="2535" y="2260"/>
                      <a:pt x="2259" y="2036"/>
                      <a:pt x="2259" y="1696"/>
                    </a:cubicBezTo>
                    <a:cubicBezTo>
                      <a:pt x="2259" y="1383"/>
                      <a:pt x="2509" y="1130"/>
                      <a:pt x="2822" y="1130"/>
                    </a:cubicBezTo>
                    <a:close/>
                    <a:moveTo>
                      <a:pt x="0" y="1"/>
                    </a:moveTo>
                    <a:lnTo>
                      <a:pt x="0" y="5722"/>
                    </a:lnTo>
                    <a:lnTo>
                      <a:pt x="4517" y="5722"/>
                    </a:lnTo>
                    <a:lnTo>
                      <a:pt x="4517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solidFill>
                    <a:srgbClr val="435D74"/>
                  </a:solidFill>
                </a:endParaRPr>
              </a:p>
            </p:txBody>
          </p:sp>
          <p:sp>
            <p:nvSpPr>
              <p:cNvPr id="317" name="Google Shape;317;p17">
                <a:hlinkClick r:id="" action="ppaction://hlinkshowjump?jump=firstslide"/>
              </p:cNvPr>
              <p:cNvSpPr/>
              <p:nvPr/>
            </p:nvSpPr>
            <p:spPr>
              <a:xfrm>
                <a:off x="8128941" y="4808344"/>
                <a:ext cx="18309" cy="18309"/>
              </a:xfrm>
              <a:custGeom>
                <a:avLst/>
                <a:gdLst/>
                <a:ahLst/>
                <a:cxnLst/>
                <a:rect l="l" t="t" r="r" b="b"/>
                <a:pathLst>
                  <a:path w="2259" h="2259" extrusionOk="0">
                    <a:moveTo>
                      <a:pt x="0" y="0"/>
                    </a:moveTo>
                    <a:lnTo>
                      <a:pt x="0" y="2259"/>
                    </a:lnTo>
                    <a:lnTo>
                      <a:pt x="2259" y="2259"/>
                    </a:lnTo>
                    <a:lnTo>
                      <a:pt x="2259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solidFill>
                    <a:srgbClr val="435D74"/>
                  </a:solidFill>
                </a:endParaRPr>
              </a:p>
            </p:txBody>
          </p:sp>
          <p:sp>
            <p:nvSpPr>
              <p:cNvPr id="318" name="Google Shape;318;p17">
                <a:hlinkClick r:id="" action="ppaction://hlinkshowjump?jump=firstslide"/>
              </p:cNvPr>
              <p:cNvSpPr/>
              <p:nvPr/>
            </p:nvSpPr>
            <p:spPr>
              <a:xfrm>
                <a:off x="8058597" y="4744266"/>
                <a:ext cx="158283" cy="77103"/>
              </a:xfrm>
              <a:custGeom>
                <a:avLst/>
                <a:gdLst/>
                <a:ahLst/>
                <a:cxnLst/>
                <a:rect l="l" t="t" r="r" b="b"/>
                <a:pathLst>
                  <a:path w="19529" h="9513" extrusionOk="0">
                    <a:moveTo>
                      <a:pt x="9821" y="0"/>
                    </a:moveTo>
                    <a:cubicBezTo>
                      <a:pt x="9559" y="0"/>
                      <a:pt x="9297" y="92"/>
                      <a:pt x="9086" y="276"/>
                    </a:cubicBezTo>
                    <a:lnTo>
                      <a:pt x="531" y="7521"/>
                    </a:lnTo>
                    <a:cubicBezTo>
                      <a:pt x="61" y="7921"/>
                      <a:pt x="1" y="8626"/>
                      <a:pt x="395" y="9099"/>
                    </a:cubicBezTo>
                    <a:cubicBezTo>
                      <a:pt x="620" y="9369"/>
                      <a:pt x="942" y="9508"/>
                      <a:pt x="1266" y="9508"/>
                    </a:cubicBezTo>
                    <a:cubicBezTo>
                      <a:pt x="1525" y="9508"/>
                      <a:pt x="1785" y="9419"/>
                      <a:pt x="1997" y="9237"/>
                    </a:cubicBezTo>
                    <a:lnTo>
                      <a:pt x="9821" y="2622"/>
                    </a:lnTo>
                    <a:lnTo>
                      <a:pt x="17544" y="9240"/>
                    </a:lnTo>
                    <a:cubicBezTo>
                      <a:pt x="17759" y="9425"/>
                      <a:pt x="18019" y="9513"/>
                      <a:pt x="18278" y="9513"/>
                    </a:cubicBezTo>
                    <a:cubicBezTo>
                      <a:pt x="18661" y="9513"/>
                      <a:pt x="19039" y="9318"/>
                      <a:pt x="19252" y="8954"/>
                    </a:cubicBezTo>
                    <a:cubicBezTo>
                      <a:pt x="19529" y="8482"/>
                      <a:pt x="19430" y="7879"/>
                      <a:pt x="19014" y="7524"/>
                    </a:cubicBezTo>
                    <a:lnTo>
                      <a:pt x="10555" y="276"/>
                    </a:lnTo>
                    <a:cubicBezTo>
                      <a:pt x="10345" y="92"/>
                      <a:pt x="10083" y="0"/>
                      <a:pt x="982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solidFill>
                    <a:srgbClr val="435D74"/>
                  </a:solidFill>
                </a:endParaRPr>
              </a:p>
            </p:txBody>
          </p:sp>
          <p:sp>
            <p:nvSpPr>
              <p:cNvPr id="319" name="Google Shape;319;p17">
                <a:hlinkClick r:id="" action="ppaction://hlinkshowjump?jump=firstslide"/>
              </p:cNvPr>
              <p:cNvSpPr/>
              <p:nvPr/>
            </p:nvSpPr>
            <p:spPr>
              <a:xfrm>
                <a:off x="8077733" y="4777545"/>
                <a:ext cx="119889" cy="122937"/>
              </a:xfrm>
              <a:custGeom>
                <a:avLst/>
                <a:gdLst/>
                <a:ahLst/>
                <a:cxnLst/>
                <a:rect l="l" t="t" r="r" b="b"/>
                <a:pathLst>
                  <a:path w="14792" h="15168" extrusionOk="0">
                    <a:moveTo>
                      <a:pt x="9143" y="2671"/>
                    </a:moveTo>
                    <a:cubicBezTo>
                      <a:pt x="9453" y="2671"/>
                      <a:pt x="9706" y="2924"/>
                      <a:pt x="9706" y="3237"/>
                    </a:cubicBezTo>
                    <a:lnTo>
                      <a:pt x="9706" y="6625"/>
                    </a:lnTo>
                    <a:cubicBezTo>
                      <a:pt x="9706" y="6935"/>
                      <a:pt x="9453" y="7188"/>
                      <a:pt x="9143" y="7188"/>
                    </a:cubicBezTo>
                    <a:lnTo>
                      <a:pt x="5755" y="7188"/>
                    </a:lnTo>
                    <a:cubicBezTo>
                      <a:pt x="5442" y="7188"/>
                      <a:pt x="5189" y="6935"/>
                      <a:pt x="5189" y="6625"/>
                    </a:cubicBezTo>
                    <a:lnTo>
                      <a:pt x="5189" y="3237"/>
                    </a:lnTo>
                    <a:cubicBezTo>
                      <a:pt x="5189" y="2924"/>
                      <a:pt x="5442" y="2671"/>
                      <a:pt x="5755" y="2671"/>
                    </a:cubicBezTo>
                    <a:close/>
                    <a:moveTo>
                      <a:pt x="7448" y="0"/>
                    </a:moveTo>
                    <a:lnTo>
                      <a:pt x="4" y="6291"/>
                    </a:lnTo>
                    <a:lnTo>
                      <a:pt x="4" y="14605"/>
                    </a:lnTo>
                    <a:cubicBezTo>
                      <a:pt x="1" y="14913"/>
                      <a:pt x="254" y="15168"/>
                      <a:pt x="564" y="15168"/>
                    </a:cubicBezTo>
                    <a:cubicBezTo>
                      <a:pt x="566" y="15168"/>
                      <a:pt x="568" y="15168"/>
                      <a:pt x="570" y="15168"/>
                    </a:cubicBezTo>
                    <a:lnTo>
                      <a:pt x="4060" y="15168"/>
                    </a:lnTo>
                    <a:lnTo>
                      <a:pt x="4060" y="8883"/>
                    </a:lnTo>
                    <a:cubicBezTo>
                      <a:pt x="4060" y="8570"/>
                      <a:pt x="4313" y="8317"/>
                      <a:pt x="4626" y="8317"/>
                    </a:cubicBezTo>
                    <a:lnTo>
                      <a:pt x="10272" y="8317"/>
                    </a:lnTo>
                    <a:cubicBezTo>
                      <a:pt x="10582" y="8317"/>
                      <a:pt x="10835" y="8570"/>
                      <a:pt x="10835" y="8883"/>
                    </a:cubicBezTo>
                    <a:lnTo>
                      <a:pt x="10835" y="15168"/>
                    </a:lnTo>
                    <a:lnTo>
                      <a:pt x="14223" y="15168"/>
                    </a:lnTo>
                    <a:cubicBezTo>
                      <a:pt x="14225" y="15168"/>
                      <a:pt x="14227" y="15168"/>
                      <a:pt x="14228" y="15168"/>
                    </a:cubicBezTo>
                    <a:cubicBezTo>
                      <a:pt x="14539" y="15168"/>
                      <a:pt x="14792" y="14913"/>
                      <a:pt x="14789" y="14605"/>
                    </a:cubicBezTo>
                    <a:lnTo>
                      <a:pt x="14789" y="6291"/>
                    </a:lnTo>
                    <a:lnTo>
                      <a:pt x="7448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solidFill>
                    <a:srgbClr val="435D74"/>
                  </a:solidFill>
                </a:endParaRPr>
              </a:p>
            </p:txBody>
          </p:sp>
        </p:grpSp>
      </p:grpSp>
      <p:grpSp>
        <p:nvGrpSpPr>
          <p:cNvPr id="320" name="Google Shape;320;p17"/>
          <p:cNvGrpSpPr/>
          <p:nvPr/>
        </p:nvGrpSpPr>
        <p:grpSpPr>
          <a:xfrm>
            <a:off x="133994" y="1474225"/>
            <a:ext cx="8777381" cy="2335122"/>
            <a:chOff x="133994" y="1474225"/>
            <a:chExt cx="8777381" cy="2335122"/>
          </a:xfrm>
        </p:grpSpPr>
        <p:grpSp>
          <p:nvGrpSpPr>
            <p:cNvPr id="321" name="Google Shape;321;p17"/>
            <p:cNvGrpSpPr/>
            <p:nvPr/>
          </p:nvGrpSpPr>
          <p:grpSpPr>
            <a:xfrm>
              <a:off x="133994" y="3230262"/>
              <a:ext cx="579085" cy="579085"/>
              <a:chOff x="1323700" y="2294750"/>
              <a:chExt cx="691775" cy="691775"/>
            </a:xfrm>
          </p:grpSpPr>
          <p:sp>
            <p:nvSpPr>
              <p:cNvPr id="322" name="Google Shape;322;p17"/>
              <p:cNvSpPr/>
              <p:nvPr/>
            </p:nvSpPr>
            <p:spPr>
              <a:xfrm>
                <a:off x="1375450" y="2304250"/>
                <a:ext cx="630525" cy="630525"/>
              </a:xfrm>
              <a:custGeom>
                <a:avLst/>
                <a:gdLst/>
                <a:ahLst/>
                <a:cxnLst/>
                <a:rect l="l" t="t" r="r" b="b"/>
                <a:pathLst>
                  <a:path w="25221" h="25221" extrusionOk="0">
                    <a:moveTo>
                      <a:pt x="4056" y="1"/>
                    </a:moveTo>
                    <a:lnTo>
                      <a:pt x="0" y="4056"/>
                    </a:lnTo>
                    <a:lnTo>
                      <a:pt x="8548" y="12618"/>
                    </a:lnTo>
                    <a:lnTo>
                      <a:pt x="0" y="21165"/>
                    </a:lnTo>
                    <a:lnTo>
                      <a:pt x="4056" y="25221"/>
                    </a:lnTo>
                    <a:lnTo>
                      <a:pt x="12603" y="16673"/>
                    </a:lnTo>
                    <a:lnTo>
                      <a:pt x="21165" y="25221"/>
                    </a:lnTo>
                    <a:lnTo>
                      <a:pt x="25220" y="21165"/>
                    </a:lnTo>
                    <a:lnTo>
                      <a:pt x="16673" y="12618"/>
                    </a:lnTo>
                    <a:lnTo>
                      <a:pt x="25220" y="4056"/>
                    </a:lnTo>
                    <a:lnTo>
                      <a:pt x="21165" y="1"/>
                    </a:lnTo>
                    <a:lnTo>
                      <a:pt x="12603" y="8548"/>
                    </a:lnTo>
                    <a:lnTo>
                      <a:pt x="4056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23" name="Google Shape;323;p17"/>
              <p:cNvSpPr/>
              <p:nvPr/>
            </p:nvSpPr>
            <p:spPr>
              <a:xfrm>
                <a:off x="1365925" y="2294750"/>
                <a:ext cx="649550" cy="649550"/>
              </a:xfrm>
              <a:custGeom>
                <a:avLst/>
                <a:gdLst/>
                <a:ahLst/>
                <a:cxnLst/>
                <a:rect l="l" t="t" r="r" b="b"/>
                <a:pathLst>
                  <a:path w="25982" h="25982" extrusionOk="0">
                    <a:moveTo>
                      <a:pt x="21546" y="747"/>
                    </a:moveTo>
                    <a:lnTo>
                      <a:pt x="25249" y="4436"/>
                    </a:lnTo>
                    <a:lnTo>
                      <a:pt x="16688" y="12984"/>
                    </a:lnTo>
                    <a:lnTo>
                      <a:pt x="25249" y="21531"/>
                    </a:lnTo>
                    <a:lnTo>
                      <a:pt x="21546" y="25235"/>
                    </a:lnTo>
                    <a:lnTo>
                      <a:pt x="12984" y="16673"/>
                    </a:lnTo>
                    <a:lnTo>
                      <a:pt x="4451" y="25235"/>
                    </a:lnTo>
                    <a:lnTo>
                      <a:pt x="747" y="21545"/>
                    </a:lnTo>
                    <a:lnTo>
                      <a:pt x="9295" y="12998"/>
                    </a:lnTo>
                    <a:lnTo>
                      <a:pt x="747" y="4436"/>
                    </a:lnTo>
                    <a:lnTo>
                      <a:pt x="4437" y="747"/>
                    </a:lnTo>
                    <a:lnTo>
                      <a:pt x="12984" y="9308"/>
                    </a:lnTo>
                    <a:lnTo>
                      <a:pt x="21546" y="747"/>
                    </a:lnTo>
                    <a:close/>
                    <a:moveTo>
                      <a:pt x="4437" y="0"/>
                    </a:moveTo>
                    <a:lnTo>
                      <a:pt x="1" y="4436"/>
                    </a:lnTo>
                    <a:lnTo>
                      <a:pt x="8562" y="12998"/>
                    </a:lnTo>
                    <a:lnTo>
                      <a:pt x="1" y="21545"/>
                    </a:lnTo>
                    <a:lnTo>
                      <a:pt x="4437" y="25981"/>
                    </a:lnTo>
                    <a:lnTo>
                      <a:pt x="12984" y="17419"/>
                    </a:lnTo>
                    <a:lnTo>
                      <a:pt x="21546" y="25981"/>
                    </a:lnTo>
                    <a:lnTo>
                      <a:pt x="25982" y="21545"/>
                    </a:lnTo>
                    <a:lnTo>
                      <a:pt x="17434" y="12998"/>
                    </a:lnTo>
                    <a:lnTo>
                      <a:pt x="25982" y="4436"/>
                    </a:lnTo>
                    <a:lnTo>
                      <a:pt x="21546" y="0"/>
                    </a:lnTo>
                    <a:lnTo>
                      <a:pt x="12984" y="8562"/>
                    </a:lnTo>
                    <a:lnTo>
                      <a:pt x="4437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24" name="Google Shape;324;p17"/>
              <p:cNvSpPr/>
              <p:nvPr/>
            </p:nvSpPr>
            <p:spPr>
              <a:xfrm>
                <a:off x="1333200" y="2346500"/>
                <a:ext cx="630525" cy="630525"/>
              </a:xfrm>
              <a:custGeom>
                <a:avLst/>
                <a:gdLst/>
                <a:ahLst/>
                <a:cxnLst/>
                <a:rect l="l" t="t" r="r" b="b"/>
                <a:pathLst>
                  <a:path w="25221" h="25221" extrusionOk="0">
                    <a:moveTo>
                      <a:pt x="4056" y="0"/>
                    </a:moveTo>
                    <a:lnTo>
                      <a:pt x="0" y="4056"/>
                    </a:lnTo>
                    <a:lnTo>
                      <a:pt x="8548" y="12618"/>
                    </a:lnTo>
                    <a:lnTo>
                      <a:pt x="0" y="21165"/>
                    </a:lnTo>
                    <a:lnTo>
                      <a:pt x="4056" y="25221"/>
                    </a:lnTo>
                    <a:lnTo>
                      <a:pt x="12603" y="16673"/>
                    </a:lnTo>
                    <a:lnTo>
                      <a:pt x="21165" y="25221"/>
                    </a:lnTo>
                    <a:lnTo>
                      <a:pt x="25221" y="21165"/>
                    </a:lnTo>
                    <a:lnTo>
                      <a:pt x="16673" y="12618"/>
                    </a:lnTo>
                    <a:lnTo>
                      <a:pt x="25221" y="4056"/>
                    </a:lnTo>
                    <a:lnTo>
                      <a:pt x="21165" y="0"/>
                    </a:lnTo>
                    <a:lnTo>
                      <a:pt x="12603" y="8548"/>
                    </a:lnTo>
                    <a:lnTo>
                      <a:pt x="4056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25" name="Google Shape;325;p17"/>
              <p:cNvSpPr/>
              <p:nvPr/>
            </p:nvSpPr>
            <p:spPr>
              <a:xfrm>
                <a:off x="1323700" y="2337350"/>
                <a:ext cx="649525" cy="649175"/>
              </a:xfrm>
              <a:custGeom>
                <a:avLst/>
                <a:gdLst/>
                <a:ahLst/>
                <a:cxnLst/>
                <a:rect l="l" t="t" r="r" b="b"/>
                <a:pathLst>
                  <a:path w="25981" h="25967" extrusionOk="0">
                    <a:moveTo>
                      <a:pt x="21531" y="733"/>
                    </a:moveTo>
                    <a:lnTo>
                      <a:pt x="25220" y="4422"/>
                    </a:lnTo>
                    <a:lnTo>
                      <a:pt x="16673" y="12984"/>
                    </a:lnTo>
                    <a:lnTo>
                      <a:pt x="25234" y="21531"/>
                    </a:lnTo>
                    <a:lnTo>
                      <a:pt x="21545" y="25221"/>
                    </a:lnTo>
                    <a:lnTo>
                      <a:pt x="12983" y="16673"/>
                    </a:lnTo>
                    <a:lnTo>
                      <a:pt x="4450" y="25221"/>
                    </a:lnTo>
                    <a:lnTo>
                      <a:pt x="746" y="21531"/>
                    </a:lnTo>
                    <a:lnTo>
                      <a:pt x="9294" y="12984"/>
                    </a:lnTo>
                    <a:lnTo>
                      <a:pt x="732" y="4422"/>
                    </a:lnTo>
                    <a:lnTo>
                      <a:pt x="4436" y="747"/>
                    </a:lnTo>
                    <a:lnTo>
                      <a:pt x="12983" y="9294"/>
                    </a:lnTo>
                    <a:lnTo>
                      <a:pt x="21531" y="733"/>
                    </a:lnTo>
                    <a:close/>
                    <a:moveTo>
                      <a:pt x="4436" y="0"/>
                    </a:moveTo>
                    <a:lnTo>
                      <a:pt x="0" y="4422"/>
                    </a:lnTo>
                    <a:lnTo>
                      <a:pt x="8548" y="12984"/>
                    </a:lnTo>
                    <a:lnTo>
                      <a:pt x="0" y="21531"/>
                    </a:lnTo>
                    <a:lnTo>
                      <a:pt x="4436" y="25967"/>
                    </a:lnTo>
                    <a:lnTo>
                      <a:pt x="12983" y="17419"/>
                    </a:lnTo>
                    <a:lnTo>
                      <a:pt x="21545" y="25967"/>
                    </a:lnTo>
                    <a:lnTo>
                      <a:pt x="25981" y="21531"/>
                    </a:lnTo>
                    <a:lnTo>
                      <a:pt x="17433" y="12984"/>
                    </a:lnTo>
                    <a:lnTo>
                      <a:pt x="25967" y="4422"/>
                    </a:lnTo>
                    <a:lnTo>
                      <a:pt x="21545" y="0"/>
                    </a:lnTo>
                    <a:lnTo>
                      <a:pt x="12983" y="8548"/>
                    </a:lnTo>
                    <a:lnTo>
                      <a:pt x="443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  <p:grpSp>
          <p:nvGrpSpPr>
            <p:cNvPr id="326" name="Google Shape;326;p17"/>
            <p:cNvGrpSpPr/>
            <p:nvPr/>
          </p:nvGrpSpPr>
          <p:grpSpPr>
            <a:xfrm>
              <a:off x="8629375" y="1474225"/>
              <a:ext cx="282000" cy="1270550"/>
              <a:chOff x="4314650" y="3034025"/>
              <a:chExt cx="282000" cy="1270550"/>
            </a:xfrm>
          </p:grpSpPr>
          <p:sp>
            <p:nvSpPr>
              <p:cNvPr id="327" name="Google Shape;327;p17"/>
              <p:cNvSpPr/>
              <p:nvPr/>
            </p:nvSpPr>
            <p:spPr>
              <a:xfrm>
                <a:off x="4314650" y="3034025"/>
                <a:ext cx="282000" cy="479525"/>
              </a:xfrm>
              <a:custGeom>
                <a:avLst/>
                <a:gdLst/>
                <a:ahLst/>
                <a:cxnLst/>
                <a:rect l="l" t="t" r="r" b="b"/>
                <a:pathLst>
                  <a:path w="11280" h="19181" extrusionOk="0">
                    <a:moveTo>
                      <a:pt x="0" y="1"/>
                    </a:moveTo>
                    <a:lnTo>
                      <a:pt x="0" y="11280"/>
                    </a:lnTo>
                    <a:lnTo>
                      <a:pt x="11280" y="19180"/>
                    </a:lnTo>
                    <a:lnTo>
                      <a:pt x="11280" y="790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28" name="Google Shape;328;p17"/>
              <p:cNvSpPr/>
              <p:nvPr/>
            </p:nvSpPr>
            <p:spPr>
              <a:xfrm>
                <a:off x="4314650" y="3376575"/>
                <a:ext cx="282000" cy="295025"/>
              </a:xfrm>
              <a:custGeom>
                <a:avLst/>
                <a:gdLst/>
                <a:ahLst/>
                <a:cxnLst/>
                <a:rect l="l" t="t" r="r" b="b"/>
                <a:pathLst>
                  <a:path w="11280" h="11801" extrusionOk="0">
                    <a:moveTo>
                      <a:pt x="0" y="0"/>
                    </a:moveTo>
                    <a:lnTo>
                      <a:pt x="0" y="3901"/>
                    </a:lnTo>
                    <a:lnTo>
                      <a:pt x="11280" y="11801"/>
                    </a:lnTo>
                    <a:lnTo>
                      <a:pt x="11280" y="79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29" name="Google Shape;329;p17"/>
              <p:cNvSpPr/>
              <p:nvPr/>
            </p:nvSpPr>
            <p:spPr>
              <a:xfrm>
                <a:off x="4314650" y="3534650"/>
                <a:ext cx="282000" cy="295375"/>
              </a:xfrm>
              <a:custGeom>
                <a:avLst/>
                <a:gdLst/>
                <a:ahLst/>
                <a:cxnLst/>
                <a:rect l="l" t="t" r="r" b="b"/>
                <a:pathLst>
                  <a:path w="11280" h="11815" extrusionOk="0">
                    <a:moveTo>
                      <a:pt x="0" y="0"/>
                    </a:moveTo>
                    <a:lnTo>
                      <a:pt x="0" y="3915"/>
                    </a:lnTo>
                    <a:lnTo>
                      <a:pt x="11280" y="11815"/>
                    </a:lnTo>
                    <a:lnTo>
                      <a:pt x="11280" y="79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30" name="Google Shape;330;p17"/>
              <p:cNvSpPr/>
              <p:nvPr/>
            </p:nvSpPr>
            <p:spPr>
              <a:xfrm>
                <a:off x="4314650" y="3693050"/>
                <a:ext cx="282000" cy="295050"/>
              </a:xfrm>
              <a:custGeom>
                <a:avLst/>
                <a:gdLst/>
                <a:ahLst/>
                <a:cxnLst/>
                <a:rect l="l" t="t" r="r" b="b"/>
                <a:pathLst>
                  <a:path w="11280" h="11802" extrusionOk="0">
                    <a:moveTo>
                      <a:pt x="0" y="1"/>
                    </a:moveTo>
                    <a:lnTo>
                      <a:pt x="0" y="3902"/>
                    </a:lnTo>
                    <a:lnTo>
                      <a:pt x="11280" y="11801"/>
                    </a:lnTo>
                    <a:lnTo>
                      <a:pt x="11280" y="790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31" name="Google Shape;331;p17"/>
              <p:cNvSpPr/>
              <p:nvPr/>
            </p:nvSpPr>
            <p:spPr>
              <a:xfrm>
                <a:off x="4314650" y="3851125"/>
                <a:ext cx="282000" cy="295400"/>
              </a:xfrm>
              <a:custGeom>
                <a:avLst/>
                <a:gdLst/>
                <a:ahLst/>
                <a:cxnLst/>
                <a:rect l="l" t="t" r="r" b="b"/>
                <a:pathLst>
                  <a:path w="11280" h="11816" extrusionOk="0">
                    <a:moveTo>
                      <a:pt x="0" y="1"/>
                    </a:moveTo>
                    <a:lnTo>
                      <a:pt x="0" y="3915"/>
                    </a:lnTo>
                    <a:lnTo>
                      <a:pt x="11280" y="11815"/>
                    </a:lnTo>
                    <a:lnTo>
                      <a:pt x="11280" y="7900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32" name="Google Shape;332;p17"/>
              <p:cNvSpPr/>
              <p:nvPr/>
            </p:nvSpPr>
            <p:spPr>
              <a:xfrm>
                <a:off x="4314650" y="4009550"/>
                <a:ext cx="282000" cy="295025"/>
              </a:xfrm>
              <a:custGeom>
                <a:avLst/>
                <a:gdLst/>
                <a:ahLst/>
                <a:cxnLst/>
                <a:rect l="l" t="t" r="r" b="b"/>
                <a:pathLst>
                  <a:path w="11280" h="11801" extrusionOk="0">
                    <a:moveTo>
                      <a:pt x="0" y="0"/>
                    </a:moveTo>
                    <a:lnTo>
                      <a:pt x="0" y="3901"/>
                    </a:lnTo>
                    <a:lnTo>
                      <a:pt x="11280" y="11801"/>
                    </a:lnTo>
                    <a:lnTo>
                      <a:pt x="11280" y="79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5"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1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35" name="Google Shape;335;p18"/>
          <p:cNvSpPr txBox="1">
            <a:spLocks noGrp="1"/>
          </p:cNvSpPr>
          <p:nvPr>
            <p:ph type="subTitle" idx="1"/>
          </p:nvPr>
        </p:nvSpPr>
        <p:spPr>
          <a:xfrm>
            <a:off x="1514688" y="1708325"/>
            <a:ext cx="2811000" cy="10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336" name="Google Shape;336;p18"/>
          <p:cNvSpPr txBox="1">
            <a:spLocks noGrp="1"/>
          </p:cNvSpPr>
          <p:nvPr>
            <p:ph type="subTitle" idx="2"/>
          </p:nvPr>
        </p:nvSpPr>
        <p:spPr>
          <a:xfrm>
            <a:off x="4818313" y="1708325"/>
            <a:ext cx="2811000" cy="10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337" name="Google Shape;337;p18"/>
          <p:cNvSpPr txBox="1">
            <a:spLocks noGrp="1"/>
          </p:cNvSpPr>
          <p:nvPr>
            <p:ph type="subTitle" idx="3"/>
          </p:nvPr>
        </p:nvSpPr>
        <p:spPr>
          <a:xfrm>
            <a:off x="1514688" y="3368900"/>
            <a:ext cx="2848200" cy="10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338" name="Google Shape;338;p18"/>
          <p:cNvSpPr txBox="1">
            <a:spLocks noGrp="1"/>
          </p:cNvSpPr>
          <p:nvPr>
            <p:ph type="subTitle" idx="4"/>
          </p:nvPr>
        </p:nvSpPr>
        <p:spPr>
          <a:xfrm>
            <a:off x="4818313" y="3368900"/>
            <a:ext cx="2811000" cy="10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339" name="Google Shape;339;p18"/>
          <p:cNvSpPr txBox="1">
            <a:spLocks noGrp="1"/>
          </p:cNvSpPr>
          <p:nvPr>
            <p:ph type="subTitle" idx="5"/>
          </p:nvPr>
        </p:nvSpPr>
        <p:spPr>
          <a:xfrm>
            <a:off x="1514688" y="1337575"/>
            <a:ext cx="2811000" cy="429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None/>
              <a:defRPr sz="18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None/>
              <a:defRPr sz="2400" b="1"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None/>
              <a:defRPr sz="2400" b="1"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None/>
              <a:defRPr sz="2400" b="1"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None/>
              <a:defRPr sz="2400" b="1"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None/>
              <a:defRPr sz="2400" b="1"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None/>
              <a:defRPr sz="2400" b="1"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None/>
              <a:defRPr sz="2400" b="1"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None/>
              <a:defRPr sz="2400" b="1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340" name="Google Shape;340;p18"/>
          <p:cNvSpPr txBox="1">
            <a:spLocks noGrp="1"/>
          </p:cNvSpPr>
          <p:nvPr>
            <p:ph type="subTitle" idx="6"/>
          </p:nvPr>
        </p:nvSpPr>
        <p:spPr>
          <a:xfrm>
            <a:off x="1514688" y="2998225"/>
            <a:ext cx="2848200" cy="429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None/>
              <a:defRPr sz="18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None/>
              <a:defRPr sz="2400" b="1"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None/>
              <a:defRPr sz="2400" b="1"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None/>
              <a:defRPr sz="2400" b="1"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None/>
              <a:defRPr sz="2400" b="1"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None/>
              <a:defRPr sz="2400" b="1"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None/>
              <a:defRPr sz="2400" b="1"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None/>
              <a:defRPr sz="2400" b="1"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None/>
              <a:defRPr sz="2400" b="1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341" name="Google Shape;341;p18"/>
          <p:cNvSpPr txBox="1">
            <a:spLocks noGrp="1"/>
          </p:cNvSpPr>
          <p:nvPr>
            <p:ph type="subTitle" idx="7"/>
          </p:nvPr>
        </p:nvSpPr>
        <p:spPr>
          <a:xfrm>
            <a:off x="4818288" y="1337575"/>
            <a:ext cx="2811000" cy="429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None/>
              <a:defRPr sz="18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None/>
              <a:defRPr sz="2400" b="1"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None/>
              <a:defRPr sz="2400" b="1"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None/>
              <a:defRPr sz="2400" b="1"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None/>
              <a:defRPr sz="2400" b="1"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None/>
              <a:defRPr sz="2400" b="1"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None/>
              <a:defRPr sz="2400" b="1"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None/>
              <a:defRPr sz="2400" b="1"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None/>
              <a:defRPr sz="2400" b="1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342" name="Google Shape;342;p18"/>
          <p:cNvSpPr txBox="1">
            <a:spLocks noGrp="1"/>
          </p:cNvSpPr>
          <p:nvPr>
            <p:ph type="subTitle" idx="8"/>
          </p:nvPr>
        </p:nvSpPr>
        <p:spPr>
          <a:xfrm>
            <a:off x="4818287" y="2998225"/>
            <a:ext cx="2811000" cy="429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None/>
              <a:defRPr sz="18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None/>
              <a:defRPr sz="2400" b="1"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None/>
              <a:defRPr sz="2400" b="1"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None/>
              <a:defRPr sz="2400" b="1"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None/>
              <a:defRPr sz="2400" b="1"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None/>
              <a:defRPr sz="2400" b="1"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None/>
              <a:defRPr sz="2400" b="1"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None/>
              <a:defRPr sz="2400" b="1"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None/>
              <a:defRPr sz="2400" b="1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grpSp>
        <p:nvGrpSpPr>
          <p:cNvPr id="343" name="Google Shape;343;p18"/>
          <p:cNvGrpSpPr/>
          <p:nvPr/>
        </p:nvGrpSpPr>
        <p:grpSpPr>
          <a:xfrm>
            <a:off x="816250" y="4703275"/>
            <a:ext cx="7511400" cy="238200"/>
            <a:chOff x="816250" y="4703275"/>
            <a:chExt cx="7511400" cy="238200"/>
          </a:xfrm>
        </p:grpSpPr>
        <p:grpSp>
          <p:nvGrpSpPr>
            <p:cNvPr id="344" name="Google Shape;344;p18"/>
            <p:cNvGrpSpPr/>
            <p:nvPr/>
          </p:nvGrpSpPr>
          <p:grpSpPr>
            <a:xfrm>
              <a:off x="816250" y="4703275"/>
              <a:ext cx="7511400" cy="238200"/>
              <a:chOff x="816250" y="4630450"/>
              <a:chExt cx="7511400" cy="238200"/>
            </a:xfrm>
          </p:grpSpPr>
          <p:sp>
            <p:nvSpPr>
              <p:cNvPr id="345" name="Google Shape;345;p18"/>
              <p:cNvSpPr/>
              <p:nvPr/>
            </p:nvSpPr>
            <p:spPr>
              <a:xfrm>
                <a:off x="816250" y="4630450"/>
                <a:ext cx="7511400" cy="238200"/>
              </a:xfrm>
              <a:prstGeom prst="roundRect">
                <a:avLst>
                  <a:gd name="adj" fmla="val 50000"/>
                </a:avLst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46" name="Google Shape;346;p18"/>
              <p:cNvSpPr/>
              <p:nvPr/>
            </p:nvSpPr>
            <p:spPr>
              <a:xfrm rot="5400000">
                <a:off x="8018000" y="4558475"/>
                <a:ext cx="237300" cy="381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47" name="Google Shape;347;p18">
                <a:hlinkClick r:id="" action="ppaction://hlinkshowjump?jump=previousslide"/>
              </p:cNvPr>
              <p:cNvSpPr/>
              <p:nvPr/>
            </p:nvSpPr>
            <p:spPr>
              <a:xfrm rot="-5400000">
                <a:off x="892550" y="4695100"/>
                <a:ext cx="125700" cy="108900"/>
              </a:xfrm>
              <a:prstGeom prst="triangle">
                <a:avLst>
                  <a:gd name="adj" fmla="val 50000"/>
                </a:avLst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48" name="Google Shape;348;p18">
                <a:hlinkClick r:id="" action="ppaction://hlinkshowjump?jump=nextslide"/>
              </p:cNvPr>
              <p:cNvSpPr/>
              <p:nvPr/>
            </p:nvSpPr>
            <p:spPr>
              <a:xfrm rot="5400000" flipH="1">
                <a:off x="1084525" y="4695100"/>
                <a:ext cx="125700" cy="108900"/>
              </a:xfrm>
              <a:prstGeom prst="triangle">
                <a:avLst>
                  <a:gd name="adj" fmla="val 50000"/>
                </a:avLst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  <p:grpSp>
          <p:nvGrpSpPr>
            <p:cNvPr id="349" name="Google Shape;349;p18"/>
            <p:cNvGrpSpPr/>
            <p:nvPr/>
          </p:nvGrpSpPr>
          <p:grpSpPr>
            <a:xfrm>
              <a:off x="8051978" y="4744266"/>
              <a:ext cx="158283" cy="156216"/>
              <a:chOff x="8058597" y="4744266"/>
              <a:chExt cx="158283" cy="156216"/>
            </a:xfrm>
          </p:grpSpPr>
          <p:sp>
            <p:nvSpPr>
              <p:cNvPr id="350" name="Google Shape;350;p18">
                <a:hlinkClick r:id="" action="ppaction://hlinkshowjump?jump=firstslide"/>
              </p:cNvPr>
              <p:cNvSpPr/>
              <p:nvPr/>
            </p:nvSpPr>
            <p:spPr>
              <a:xfrm>
                <a:off x="8170770" y="4753449"/>
                <a:ext cx="26957" cy="25369"/>
              </a:xfrm>
              <a:custGeom>
                <a:avLst/>
                <a:gdLst/>
                <a:ahLst/>
                <a:cxnLst/>
                <a:rect l="l" t="t" r="r" b="b"/>
                <a:pathLst>
                  <a:path w="3326" h="3130" extrusionOk="0">
                    <a:moveTo>
                      <a:pt x="482" y="1"/>
                    </a:moveTo>
                    <a:cubicBezTo>
                      <a:pt x="280" y="1"/>
                      <a:pt x="95" y="114"/>
                      <a:pt x="1" y="293"/>
                    </a:cubicBezTo>
                    <a:lnTo>
                      <a:pt x="3322" y="3130"/>
                    </a:lnTo>
                    <a:lnTo>
                      <a:pt x="3322" y="564"/>
                    </a:lnTo>
                    <a:cubicBezTo>
                      <a:pt x="3325" y="253"/>
                      <a:pt x="3072" y="1"/>
                      <a:pt x="2761" y="1"/>
                    </a:cubicBezTo>
                    <a:cubicBezTo>
                      <a:pt x="2760" y="1"/>
                      <a:pt x="2758" y="1"/>
                      <a:pt x="2756" y="1"/>
                    </a:cubicBezTo>
                    <a:lnTo>
                      <a:pt x="497" y="1"/>
                    </a:lnTo>
                    <a:cubicBezTo>
                      <a:pt x="492" y="1"/>
                      <a:pt x="487" y="1"/>
                      <a:pt x="48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solidFill>
                    <a:srgbClr val="435D74"/>
                  </a:solidFill>
                </a:endParaRPr>
              </a:p>
            </p:txBody>
          </p:sp>
          <p:sp>
            <p:nvSpPr>
              <p:cNvPr id="351" name="Google Shape;351;p18">
                <a:hlinkClick r:id="" action="ppaction://hlinkshowjump?jump=firstslide"/>
              </p:cNvPr>
              <p:cNvSpPr/>
              <p:nvPr/>
            </p:nvSpPr>
            <p:spPr>
              <a:xfrm>
                <a:off x="8120106" y="4854105"/>
                <a:ext cx="36618" cy="46377"/>
              </a:xfrm>
              <a:custGeom>
                <a:avLst/>
                <a:gdLst/>
                <a:ahLst/>
                <a:cxnLst/>
                <a:rect l="l" t="t" r="r" b="b"/>
                <a:pathLst>
                  <a:path w="4518" h="5722" extrusionOk="0">
                    <a:moveTo>
                      <a:pt x="2822" y="1130"/>
                    </a:moveTo>
                    <a:cubicBezTo>
                      <a:pt x="3325" y="1130"/>
                      <a:pt x="3578" y="1738"/>
                      <a:pt x="3222" y="2093"/>
                    </a:cubicBezTo>
                    <a:cubicBezTo>
                      <a:pt x="3106" y="2209"/>
                      <a:pt x="2964" y="2260"/>
                      <a:pt x="2825" y="2260"/>
                    </a:cubicBezTo>
                    <a:cubicBezTo>
                      <a:pt x="2535" y="2260"/>
                      <a:pt x="2259" y="2036"/>
                      <a:pt x="2259" y="1696"/>
                    </a:cubicBezTo>
                    <a:cubicBezTo>
                      <a:pt x="2259" y="1383"/>
                      <a:pt x="2509" y="1130"/>
                      <a:pt x="2822" y="1130"/>
                    </a:cubicBezTo>
                    <a:close/>
                    <a:moveTo>
                      <a:pt x="0" y="1"/>
                    </a:moveTo>
                    <a:lnTo>
                      <a:pt x="0" y="5722"/>
                    </a:lnTo>
                    <a:lnTo>
                      <a:pt x="4517" y="5722"/>
                    </a:lnTo>
                    <a:lnTo>
                      <a:pt x="4517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solidFill>
                    <a:srgbClr val="435D74"/>
                  </a:solidFill>
                </a:endParaRPr>
              </a:p>
            </p:txBody>
          </p:sp>
          <p:sp>
            <p:nvSpPr>
              <p:cNvPr id="352" name="Google Shape;352;p18">
                <a:hlinkClick r:id="" action="ppaction://hlinkshowjump?jump=firstslide"/>
              </p:cNvPr>
              <p:cNvSpPr/>
              <p:nvPr/>
            </p:nvSpPr>
            <p:spPr>
              <a:xfrm>
                <a:off x="8128941" y="4808344"/>
                <a:ext cx="18309" cy="18309"/>
              </a:xfrm>
              <a:custGeom>
                <a:avLst/>
                <a:gdLst/>
                <a:ahLst/>
                <a:cxnLst/>
                <a:rect l="l" t="t" r="r" b="b"/>
                <a:pathLst>
                  <a:path w="2259" h="2259" extrusionOk="0">
                    <a:moveTo>
                      <a:pt x="0" y="0"/>
                    </a:moveTo>
                    <a:lnTo>
                      <a:pt x="0" y="2259"/>
                    </a:lnTo>
                    <a:lnTo>
                      <a:pt x="2259" y="2259"/>
                    </a:lnTo>
                    <a:lnTo>
                      <a:pt x="2259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solidFill>
                    <a:srgbClr val="435D74"/>
                  </a:solidFill>
                </a:endParaRPr>
              </a:p>
            </p:txBody>
          </p:sp>
          <p:sp>
            <p:nvSpPr>
              <p:cNvPr id="353" name="Google Shape;353;p18">
                <a:hlinkClick r:id="" action="ppaction://hlinkshowjump?jump=firstslide"/>
              </p:cNvPr>
              <p:cNvSpPr/>
              <p:nvPr/>
            </p:nvSpPr>
            <p:spPr>
              <a:xfrm>
                <a:off x="8058597" y="4744266"/>
                <a:ext cx="158283" cy="77103"/>
              </a:xfrm>
              <a:custGeom>
                <a:avLst/>
                <a:gdLst/>
                <a:ahLst/>
                <a:cxnLst/>
                <a:rect l="l" t="t" r="r" b="b"/>
                <a:pathLst>
                  <a:path w="19529" h="9513" extrusionOk="0">
                    <a:moveTo>
                      <a:pt x="9821" y="0"/>
                    </a:moveTo>
                    <a:cubicBezTo>
                      <a:pt x="9559" y="0"/>
                      <a:pt x="9297" y="92"/>
                      <a:pt x="9086" y="276"/>
                    </a:cubicBezTo>
                    <a:lnTo>
                      <a:pt x="531" y="7521"/>
                    </a:lnTo>
                    <a:cubicBezTo>
                      <a:pt x="61" y="7921"/>
                      <a:pt x="1" y="8626"/>
                      <a:pt x="395" y="9099"/>
                    </a:cubicBezTo>
                    <a:cubicBezTo>
                      <a:pt x="620" y="9369"/>
                      <a:pt x="942" y="9508"/>
                      <a:pt x="1266" y="9508"/>
                    </a:cubicBezTo>
                    <a:cubicBezTo>
                      <a:pt x="1525" y="9508"/>
                      <a:pt x="1785" y="9419"/>
                      <a:pt x="1997" y="9237"/>
                    </a:cubicBezTo>
                    <a:lnTo>
                      <a:pt x="9821" y="2622"/>
                    </a:lnTo>
                    <a:lnTo>
                      <a:pt x="17544" y="9240"/>
                    </a:lnTo>
                    <a:cubicBezTo>
                      <a:pt x="17759" y="9425"/>
                      <a:pt x="18019" y="9513"/>
                      <a:pt x="18278" y="9513"/>
                    </a:cubicBezTo>
                    <a:cubicBezTo>
                      <a:pt x="18661" y="9513"/>
                      <a:pt x="19039" y="9318"/>
                      <a:pt x="19252" y="8954"/>
                    </a:cubicBezTo>
                    <a:cubicBezTo>
                      <a:pt x="19529" y="8482"/>
                      <a:pt x="19430" y="7879"/>
                      <a:pt x="19014" y="7524"/>
                    </a:cubicBezTo>
                    <a:lnTo>
                      <a:pt x="10555" y="276"/>
                    </a:lnTo>
                    <a:cubicBezTo>
                      <a:pt x="10345" y="92"/>
                      <a:pt x="10083" y="0"/>
                      <a:pt x="982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solidFill>
                    <a:srgbClr val="435D74"/>
                  </a:solidFill>
                </a:endParaRPr>
              </a:p>
            </p:txBody>
          </p:sp>
          <p:sp>
            <p:nvSpPr>
              <p:cNvPr id="354" name="Google Shape;354;p18">
                <a:hlinkClick r:id="" action="ppaction://hlinkshowjump?jump=firstslide"/>
              </p:cNvPr>
              <p:cNvSpPr/>
              <p:nvPr/>
            </p:nvSpPr>
            <p:spPr>
              <a:xfrm>
                <a:off x="8077733" y="4777545"/>
                <a:ext cx="119889" cy="122937"/>
              </a:xfrm>
              <a:custGeom>
                <a:avLst/>
                <a:gdLst/>
                <a:ahLst/>
                <a:cxnLst/>
                <a:rect l="l" t="t" r="r" b="b"/>
                <a:pathLst>
                  <a:path w="14792" h="15168" extrusionOk="0">
                    <a:moveTo>
                      <a:pt x="9143" y="2671"/>
                    </a:moveTo>
                    <a:cubicBezTo>
                      <a:pt x="9453" y="2671"/>
                      <a:pt x="9706" y="2924"/>
                      <a:pt x="9706" y="3237"/>
                    </a:cubicBezTo>
                    <a:lnTo>
                      <a:pt x="9706" y="6625"/>
                    </a:lnTo>
                    <a:cubicBezTo>
                      <a:pt x="9706" y="6935"/>
                      <a:pt x="9453" y="7188"/>
                      <a:pt x="9143" y="7188"/>
                    </a:cubicBezTo>
                    <a:lnTo>
                      <a:pt x="5755" y="7188"/>
                    </a:lnTo>
                    <a:cubicBezTo>
                      <a:pt x="5442" y="7188"/>
                      <a:pt x="5189" y="6935"/>
                      <a:pt x="5189" y="6625"/>
                    </a:cubicBezTo>
                    <a:lnTo>
                      <a:pt x="5189" y="3237"/>
                    </a:lnTo>
                    <a:cubicBezTo>
                      <a:pt x="5189" y="2924"/>
                      <a:pt x="5442" y="2671"/>
                      <a:pt x="5755" y="2671"/>
                    </a:cubicBezTo>
                    <a:close/>
                    <a:moveTo>
                      <a:pt x="7448" y="0"/>
                    </a:moveTo>
                    <a:lnTo>
                      <a:pt x="4" y="6291"/>
                    </a:lnTo>
                    <a:lnTo>
                      <a:pt x="4" y="14605"/>
                    </a:lnTo>
                    <a:cubicBezTo>
                      <a:pt x="1" y="14913"/>
                      <a:pt x="254" y="15168"/>
                      <a:pt x="564" y="15168"/>
                    </a:cubicBezTo>
                    <a:cubicBezTo>
                      <a:pt x="566" y="15168"/>
                      <a:pt x="568" y="15168"/>
                      <a:pt x="570" y="15168"/>
                    </a:cubicBezTo>
                    <a:lnTo>
                      <a:pt x="4060" y="15168"/>
                    </a:lnTo>
                    <a:lnTo>
                      <a:pt x="4060" y="8883"/>
                    </a:lnTo>
                    <a:cubicBezTo>
                      <a:pt x="4060" y="8570"/>
                      <a:pt x="4313" y="8317"/>
                      <a:pt x="4626" y="8317"/>
                    </a:cubicBezTo>
                    <a:lnTo>
                      <a:pt x="10272" y="8317"/>
                    </a:lnTo>
                    <a:cubicBezTo>
                      <a:pt x="10582" y="8317"/>
                      <a:pt x="10835" y="8570"/>
                      <a:pt x="10835" y="8883"/>
                    </a:cubicBezTo>
                    <a:lnTo>
                      <a:pt x="10835" y="15168"/>
                    </a:lnTo>
                    <a:lnTo>
                      <a:pt x="14223" y="15168"/>
                    </a:lnTo>
                    <a:cubicBezTo>
                      <a:pt x="14225" y="15168"/>
                      <a:pt x="14227" y="15168"/>
                      <a:pt x="14228" y="15168"/>
                    </a:cubicBezTo>
                    <a:cubicBezTo>
                      <a:pt x="14539" y="15168"/>
                      <a:pt x="14792" y="14913"/>
                      <a:pt x="14789" y="14605"/>
                    </a:cubicBezTo>
                    <a:lnTo>
                      <a:pt x="14789" y="6291"/>
                    </a:lnTo>
                    <a:lnTo>
                      <a:pt x="7448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solidFill>
                    <a:srgbClr val="435D74"/>
                  </a:solidFill>
                </a:endParaRPr>
              </a:p>
            </p:txBody>
          </p:sp>
        </p:grpSp>
      </p:grpSp>
      <p:grpSp>
        <p:nvGrpSpPr>
          <p:cNvPr id="355" name="Google Shape;355;p18"/>
          <p:cNvGrpSpPr/>
          <p:nvPr/>
        </p:nvGrpSpPr>
        <p:grpSpPr>
          <a:xfrm>
            <a:off x="8430775" y="2260363"/>
            <a:ext cx="282000" cy="1270550"/>
            <a:chOff x="4314650" y="3034025"/>
            <a:chExt cx="282000" cy="1270550"/>
          </a:xfrm>
        </p:grpSpPr>
        <p:sp>
          <p:nvSpPr>
            <p:cNvPr id="356" name="Google Shape;356;p18"/>
            <p:cNvSpPr/>
            <p:nvPr/>
          </p:nvSpPr>
          <p:spPr>
            <a:xfrm>
              <a:off x="4314650" y="3034025"/>
              <a:ext cx="282000" cy="479525"/>
            </a:xfrm>
            <a:custGeom>
              <a:avLst/>
              <a:gdLst/>
              <a:ahLst/>
              <a:cxnLst/>
              <a:rect l="l" t="t" r="r" b="b"/>
              <a:pathLst>
                <a:path w="11280" h="19181" extrusionOk="0">
                  <a:moveTo>
                    <a:pt x="0" y="1"/>
                  </a:moveTo>
                  <a:lnTo>
                    <a:pt x="0" y="11280"/>
                  </a:lnTo>
                  <a:lnTo>
                    <a:pt x="11280" y="19180"/>
                  </a:lnTo>
                  <a:lnTo>
                    <a:pt x="11280" y="790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7" name="Google Shape;357;p18"/>
            <p:cNvSpPr/>
            <p:nvPr/>
          </p:nvSpPr>
          <p:spPr>
            <a:xfrm>
              <a:off x="4314650" y="3376575"/>
              <a:ext cx="282000" cy="295025"/>
            </a:xfrm>
            <a:custGeom>
              <a:avLst/>
              <a:gdLst/>
              <a:ahLst/>
              <a:cxnLst/>
              <a:rect l="l" t="t" r="r" b="b"/>
              <a:pathLst>
                <a:path w="11280" h="11801" extrusionOk="0">
                  <a:moveTo>
                    <a:pt x="0" y="0"/>
                  </a:moveTo>
                  <a:lnTo>
                    <a:pt x="0" y="3901"/>
                  </a:lnTo>
                  <a:lnTo>
                    <a:pt x="11280" y="11801"/>
                  </a:lnTo>
                  <a:lnTo>
                    <a:pt x="11280" y="79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8" name="Google Shape;358;p18"/>
            <p:cNvSpPr/>
            <p:nvPr/>
          </p:nvSpPr>
          <p:spPr>
            <a:xfrm>
              <a:off x="4314650" y="3534650"/>
              <a:ext cx="282000" cy="295375"/>
            </a:xfrm>
            <a:custGeom>
              <a:avLst/>
              <a:gdLst/>
              <a:ahLst/>
              <a:cxnLst/>
              <a:rect l="l" t="t" r="r" b="b"/>
              <a:pathLst>
                <a:path w="11280" h="11815" extrusionOk="0">
                  <a:moveTo>
                    <a:pt x="0" y="0"/>
                  </a:moveTo>
                  <a:lnTo>
                    <a:pt x="0" y="3915"/>
                  </a:lnTo>
                  <a:lnTo>
                    <a:pt x="11280" y="11815"/>
                  </a:lnTo>
                  <a:lnTo>
                    <a:pt x="11280" y="79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9" name="Google Shape;359;p18"/>
            <p:cNvSpPr/>
            <p:nvPr/>
          </p:nvSpPr>
          <p:spPr>
            <a:xfrm>
              <a:off x="4314650" y="3693050"/>
              <a:ext cx="282000" cy="295050"/>
            </a:xfrm>
            <a:custGeom>
              <a:avLst/>
              <a:gdLst/>
              <a:ahLst/>
              <a:cxnLst/>
              <a:rect l="l" t="t" r="r" b="b"/>
              <a:pathLst>
                <a:path w="11280" h="11802" extrusionOk="0">
                  <a:moveTo>
                    <a:pt x="0" y="1"/>
                  </a:moveTo>
                  <a:lnTo>
                    <a:pt x="0" y="3902"/>
                  </a:lnTo>
                  <a:lnTo>
                    <a:pt x="11280" y="11801"/>
                  </a:lnTo>
                  <a:lnTo>
                    <a:pt x="11280" y="790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60" name="Google Shape;360;p18"/>
            <p:cNvSpPr/>
            <p:nvPr/>
          </p:nvSpPr>
          <p:spPr>
            <a:xfrm>
              <a:off x="4314650" y="3851125"/>
              <a:ext cx="282000" cy="295400"/>
            </a:xfrm>
            <a:custGeom>
              <a:avLst/>
              <a:gdLst/>
              <a:ahLst/>
              <a:cxnLst/>
              <a:rect l="l" t="t" r="r" b="b"/>
              <a:pathLst>
                <a:path w="11280" h="11816" extrusionOk="0">
                  <a:moveTo>
                    <a:pt x="0" y="1"/>
                  </a:moveTo>
                  <a:lnTo>
                    <a:pt x="0" y="3915"/>
                  </a:lnTo>
                  <a:lnTo>
                    <a:pt x="11280" y="11815"/>
                  </a:lnTo>
                  <a:lnTo>
                    <a:pt x="11280" y="790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61" name="Google Shape;361;p18"/>
            <p:cNvSpPr/>
            <p:nvPr/>
          </p:nvSpPr>
          <p:spPr>
            <a:xfrm>
              <a:off x="4314650" y="4009550"/>
              <a:ext cx="282000" cy="295025"/>
            </a:xfrm>
            <a:custGeom>
              <a:avLst/>
              <a:gdLst/>
              <a:ahLst/>
              <a:cxnLst/>
              <a:rect l="l" t="t" r="r" b="b"/>
              <a:pathLst>
                <a:path w="11280" h="11801" extrusionOk="0">
                  <a:moveTo>
                    <a:pt x="0" y="0"/>
                  </a:moveTo>
                  <a:lnTo>
                    <a:pt x="0" y="3901"/>
                  </a:lnTo>
                  <a:lnTo>
                    <a:pt x="11280" y="11801"/>
                  </a:lnTo>
                  <a:lnTo>
                    <a:pt x="11280" y="79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7"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1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64" name="Google Shape;364;p19"/>
          <p:cNvSpPr txBox="1">
            <a:spLocks noGrp="1"/>
          </p:cNvSpPr>
          <p:nvPr>
            <p:ph type="subTitle" idx="1"/>
          </p:nvPr>
        </p:nvSpPr>
        <p:spPr>
          <a:xfrm>
            <a:off x="823075" y="1669471"/>
            <a:ext cx="2199600" cy="110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365" name="Google Shape;365;p19"/>
          <p:cNvSpPr txBox="1">
            <a:spLocks noGrp="1"/>
          </p:cNvSpPr>
          <p:nvPr>
            <p:ph type="subTitle" idx="2"/>
          </p:nvPr>
        </p:nvSpPr>
        <p:spPr>
          <a:xfrm>
            <a:off x="3472291" y="1669449"/>
            <a:ext cx="2199600" cy="110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366" name="Google Shape;366;p19"/>
          <p:cNvSpPr txBox="1">
            <a:spLocks noGrp="1"/>
          </p:cNvSpPr>
          <p:nvPr>
            <p:ph type="subTitle" idx="3"/>
          </p:nvPr>
        </p:nvSpPr>
        <p:spPr>
          <a:xfrm>
            <a:off x="823075" y="3325725"/>
            <a:ext cx="2199600" cy="110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367" name="Google Shape;367;p19"/>
          <p:cNvSpPr txBox="1">
            <a:spLocks noGrp="1"/>
          </p:cNvSpPr>
          <p:nvPr>
            <p:ph type="subTitle" idx="4"/>
          </p:nvPr>
        </p:nvSpPr>
        <p:spPr>
          <a:xfrm>
            <a:off x="3472291" y="3325721"/>
            <a:ext cx="2199600" cy="110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368" name="Google Shape;368;p19"/>
          <p:cNvSpPr txBox="1">
            <a:spLocks noGrp="1"/>
          </p:cNvSpPr>
          <p:nvPr>
            <p:ph type="subTitle" idx="5"/>
          </p:nvPr>
        </p:nvSpPr>
        <p:spPr>
          <a:xfrm>
            <a:off x="6117332" y="1669449"/>
            <a:ext cx="2199600" cy="110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369" name="Google Shape;369;p19"/>
          <p:cNvSpPr txBox="1">
            <a:spLocks noGrp="1"/>
          </p:cNvSpPr>
          <p:nvPr>
            <p:ph type="subTitle" idx="6"/>
          </p:nvPr>
        </p:nvSpPr>
        <p:spPr>
          <a:xfrm>
            <a:off x="6117332" y="3325721"/>
            <a:ext cx="2199600" cy="110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370" name="Google Shape;370;p19"/>
          <p:cNvSpPr txBox="1">
            <a:spLocks noGrp="1"/>
          </p:cNvSpPr>
          <p:nvPr>
            <p:ph type="subTitle" idx="7"/>
          </p:nvPr>
        </p:nvSpPr>
        <p:spPr>
          <a:xfrm>
            <a:off x="827409" y="1296775"/>
            <a:ext cx="2199600" cy="429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None/>
              <a:defRPr sz="18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None/>
              <a:defRPr sz="2400" b="1"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None/>
              <a:defRPr sz="2400" b="1"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None/>
              <a:defRPr sz="2400" b="1"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None/>
              <a:defRPr sz="2400" b="1"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None/>
              <a:defRPr sz="2400" b="1"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None/>
              <a:defRPr sz="2400" b="1"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None/>
              <a:defRPr sz="2400" b="1"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None/>
              <a:defRPr sz="2400" b="1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371" name="Google Shape;371;p19"/>
          <p:cNvSpPr txBox="1">
            <a:spLocks noGrp="1"/>
          </p:cNvSpPr>
          <p:nvPr>
            <p:ph type="subTitle" idx="8"/>
          </p:nvPr>
        </p:nvSpPr>
        <p:spPr>
          <a:xfrm>
            <a:off x="3476458" y="1296775"/>
            <a:ext cx="2199600" cy="429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None/>
              <a:defRPr sz="18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None/>
              <a:defRPr sz="2400" b="1"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None/>
              <a:defRPr sz="2400" b="1"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None/>
              <a:defRPr sz="2400" b="1"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None/>
              <a:defRPr sz="2400" b="1"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None/>
              <a:defRPr sz="2400" b="1"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None/>
              <a:defRPr sz="2400" b="1"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None/>
              <a:defRPr sz="2400" b="1"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None/>
              <a:defRPr sz="2400" b="1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372" name="Google Shape;372;p19"/>
          <p:cNvSpPr txBox="1">
            <a:spLocks noGrp="1"/>
          </p:cNvSpPr>
          <p:nvPr>
            <p:ph type="subTitle" idx="9"/>
          </p:nvPr>
        </p:nvSpPr>
        <p:spPr>
          <a:xfrm>
            <a:off x="6121332" y="1296775"/>
            <a:ext cx="2199600" cy="429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None/>
              <a:defRPr sz="18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None/>
              <a:defRPr sz="2400" b="1"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None/>
              <a:defRPr sz="2400" b="1"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None/>
              <a:defRPr sz="2400" b="1"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None/>
              <a:defRPr sz="2400" b="1"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None/>
              <a:defRPr sz="2400" b="1"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None/>
              <a:defRPr sz="2400" b="1"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None/>
              <a:defRPr sz="2400" b="1"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None/>
              <a:defRPr sz="2400" b="1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373" name="Google Shape;373;p19"/>
          <p:cNvSpPr txBox="1">
            <a:spLocks noGrp="1"/>
          </p:cNvSpPr>
          <p:nvPr>
            <p:ph type="subTitle" idx="13"/>
          </p:nvPr>
        </p:nvSpPr>
        <p:spPr>
          <a:xfrm>
            <a:off x="827409" y="2949772"/>
            <a:ext cx="2199600" cy="429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None/>
              <a:defRPr sz="18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None/>
              <a:defRPr sz="2400" b="1"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None/>
              <a:defRPr sz="2400" b="1"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None/>
              <a:defRPr sz="2400" b="1"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None/>
              <a:defRPr sz="2400" b="1"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None/>
              <a:defRPr sz="2400" b="1"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None/>
              <a:defRPr sz="2400" b="1"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None/>
              <a:defRPr sz="2400" b="1"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None/>
              <a:defRPr sz="2400" b="1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374" name="Google Shape;374;p19"/>
          <p:cNvSpPr txBox="1">
            <a:spLocks noGrp="1"/>
          </p:cNvSpPr>
          <p:nvPr>
            <p:ph type="subTitle" idx="14"/>
          </p:nvPr>
        </p:nvSpPr>
        <p:spPr>
          <a:xfrm>
            <a:off x="3476458" y="2949772"/>
            <a:ext cx="2199600" cy="429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None/>
              <a:defRPr sz="18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None/>
              <a:defRPr sz="2400" b="1"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None/>
              <a:defRPr sz="2400" b="1"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None/>
              <a:defRPr sz="2400" b="1"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None/>
              <a:defRPr sz="2400" b="1"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None/>
              <a:defRPr sz="2400" b="1"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None/>
              <a:defRPr sz="2400" b="1"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None/>
              <a:defRPr sz="2400" b="1"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None/>
              <a:defRPr sz="2400" b="1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375" name="Google Shape;375;p19"/>
          <p:cNvSpPr txBox="1">
            <a:spLocks noGrp="1"/>
          </p:cNvSpPr>
          <p:nvPr>
            <p:ph type="subTitle" idx="15"/>
          </p:nvPr>
        </p:nvSpPr>
        <p:spPr>
          <a:xfrm>
            <a:off x="6121332" y="2949772"/>
            <a:ext cx="2199600" cy="429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None/>
              <a:defRPr sz="18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None/>
              <a:defRPr sz="2400" b="1"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None/>
              <a:defRPr sz="2400" b="1"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None/>
              <a:defRPr sz="2400" b="1"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None/>
              <a:defRPr sz="2400" b="1"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None/>
              <a:defRPr sz="2400" b="1"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None/>
              <a:defRPr sz="2400" b="1"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None/>
              <a:defRPr sz="2400" b="1"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None/>
              <a:defRPr sz="2400" b="1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grpSp>
        <p:nvGrpSpPr>
          <p:cNvPr id="376" name="Google Shape;376;p19"/>
          <p:cNvGrpSpPr/>
          <p:nvPr/>
        </p:nvGrpSpPr>
        <p:grpSpPr>
          <a:xfrm>
            <a:off x="816250" y="4703275"/>
            <a:ext cx="7511400" cy="238200"/>
            <a:chOff x="816250" y="4703275"/>
            <a:chExt cx="7511400" cy="238200"/>
          </a:xfrm>
        </p:grpSpPr>
        <p:grpSp>
          <p:nvGrpSpPr>
            <p:cNvPr id="377" name="Google Shape;377;p19"/>
            <p:cNvGrpSpPr/>
            <p:nvPr/>
          </p:nvGrpSpPr>
          <p:grpSpPr>
            <a:xfrm>
              <a:off x="816250" y="4703275"/>
              <a:ext cx="7511400" cy="238200"/>
              <a:chOff x="816250" y="4630450"/>
              <a:chExt cx="7511400" cy="238200"/>
            </a:xfrm>
          </p:grpSpPr>
          <p:sp>
            <p:nvSpPr>
              <p:cNvPr id="378" name="Google Shape;378;p19"/>
              <p:cNvSpPr/>
              <p:nvPr/>
            </p:nvSpPr>
            <p:spPr>
              <a:xfrm>
                <a:off x="816250" y="4630450"/>
                <a:ext cx="7511400" cy="238200"/>
              </a:xfrm>
              <a:prstGeom prst="roundRect">
                <a:avLst>
                  <a:gd name="adj" fmla="val 50000"/>
                </a:avLst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79" name="Google Shape;379;p19"/>
              <p:cNvSpPr/>
              <p:nvPr/>
            </p:nvSpPr>
            <p:spPr>
              <a:xfrm rot="5400000">
                <a:off x="8018000" y="4558475"/>
                <a:ext cx="237300" cy="381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80" name="Google Shape;380;p19">
                <a:hlinkClick r:id="" action="ppaction://hlinkshowjump?jump=previousslide"/>
              </p:cNvPr>
              <p:cNvSpPr/>
              <p:nvPr/>
            </p:nvSpPr>
            <p:spPr>
              <a:xfrm rot="-5400000">
                <a:off x="892550" y="4695100"/>
                <a:ext cx="125700" cy="108900"/>
              </a:xfrm>
              <a:prstGeom prst="triangle">
                <a:avLst>
                  <a:gd name="adj" fmla="val 50000"/>
                </a:avLst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81" name="Google Shape;381;p19">
                <a:hlinkClick r:id="" action="ppaction://hlinkshowjump?jump=nextslide"/>
              </p:cNvPr>
              <p:cNvSpPr/>
              <p:nvPr/>
            </p:nvSpPr>
            <p:spPr>
              <a:xfrm rot="5400000" flipH="1">
                <a:off x="1084525" y="4695100"/>
                <a:ext cx="125700" cy="108900"/>
              </a:xfrm>
              <a:prstGeom prst="triangle">
                <a:avLst>
                  <a:gd name="adj" fmla="val 50000"/>
                </a:avLst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  <p:grpSp>
          <p:nvGrpSpPr>
            <p:cNvPr id="382" name="Google Shape;382;p19"/>
            <p:cNvGrpSpPr/>
            <p:nvPr/>
          </p:nvGrpSpPr>
          <p:grpSpPr>
            <a:xfrm>
              <a:off x="8051978" y="4744266"/>
              <a:ext cx="158283" cy="156216"/>
              <a:chOff x="8058597" y="4744266"/>
              <a:chExt cx="158283" cy="156216"/>
            </a:xfrm>
          </p:grpSpPr>
          <p:sp>
            <p:nvSpPr>
              <p:cNvPr id="383" name="Google Shape;383;p19">
                <a:hlinkClick r:id="" action="ppaction://hlinkshowjump?jump=firstslide"/>
              </p:cNvPr>
              <p:cNvSpPr/>
              <p:nvPr/>
            </p:nvSpPr>
            <p:spPr>
              <a:xfrm>
                <a:off x="8170770" y="4753449"/>
                <a:ext cx="26957" cy="25369"/>
              </a:xfrm>
              <a:custGeom>
                <a:avLst/>
                <a:gdLst/>
                <a:ahLst/>
                <a:cxnLst/>
                <a:rect l="l" t="t" r="r" b="b"/>
                <a:pathLst>
                  <a:path w="3326" h="3130" extrusionOk="0">
                    <a:moveTo>
                      <a:pt x="482" y="1"/>
                    </a:moveTo>
                    <a:cubicBezTo>
                      <a:pt x="280" y="1"/>
                      <a:pt x="95" y="114"/>
                      <a:pt x="1" y="293"/>
                    </a:cubicBezTo>
                    <a:lnTo>
                      <a:pt x="3322" y="3130"/>
                    </a:lnTo>
                    <a:lnTo>
                      <a:pt x="3322" y="564"/>
                    </a:lnTo>
                    <a:cubicBezTo>
                      <a:pt x="3325" y="253"/>
                      <a:pt x="3072" y="1"/>
                      <a:pt x="2761" y="1"/>
                    </a:cubicBezTo>
                    <a:cubicBezTo>
                      <a:pt x="2760" y="1"/>
                      <a:pt x="2758" y="1"/>
                      <a:pt x="2756" y="1"/>
                    </a:cubicBezTo>
                    <a:lnTo>
                      <a:pt x="497" y="1"/>
                    </a:lnTo>
                    <a:cubicBezTo>
                      <a:pt x="492" y="1"/>
                      <a:pt x="487" y="1"/>
                      <a:pt x="48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solidFill>
                    <a:srgbClr val="435D74"/>
                  </a:solidFill>
                </a:endParaRPr>
              </a:p>
            </p:txBody>
          </p:sp>
          <p:sp>
            <p:nvSpPr>
              <p:cNvPr id="384" name="Google Shape;384;p19">
                <a:hlinkClick r:id="" action="ppaction://hlinkshowjump?jump=firstslide"/>
              </p:cNvPr>
              <p:cNvSpPr/>
              <p:nvPr/>
            </p:nvSpPr>
            <p:spPr>
              <a:xfrm>
                <a:off x="8120106" y="4854105"/>
                <a:ext cx="36618" cy="46377"/>
              </a:xfrm>
              <a:custGeom>
                <a:avLst/>
                <a:gdLst/>
                <a:ahLst/>
                <a:cxnLst/>
                <a:rect l="l" t="t" r="r" b="b"/>
                <a:pathLst>
                  <a:path w="4518" h="5722" extrusionOk="0">
                    <a:moveTo>
                      <a:pt x="2822" y="1130"/>
                    </a:moveTo>
                    <a:cubicBezTo>
                      <a:pt x="3325" y="1130"/>
                      <a:pt x="3578" y="1738"/>
                      <a:pt x="3222" y="2093"/>
                    </a:cubicBezTo>
                    <a:cubicBezTo>
                      <a:pt x="3106" y="2209"/>
                      <a:pt x="2964" y="2260"/>
                      <a:pt x="2825" y="2260"/>
                    </a:cubicBezTo>
                    <a:cubicBezTo>
                      <a:pt x="2535" y="2260"/>
                      <a:pt x="2259" y="2036"/>
                      <a:pt x="2259" y="1696"/>
                    </a:cubicBezTo>
                    <a:cubicBezTo>
                      <a:pt x="2259" y="1383"/>
                      <a:pt x="2509" y="1130"/>
                      <a:pt x="2822" y="1130"/>
                    </a:cubicBezTo>
                    <a:close/>
                    <a:moveTo>
                      <a:pt x="0" y="1"/>
                    </a:moveTo>
                    <a:lnTo>
                      <a:pt x="0" y="5722"/>
                    </a:lnTo>
                    <a:lnTo>
                      <a:pt x="4517" y="5722"/>
                    </a:lnTo>
                    <a:lnTo>
                      <a:pt x="4517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solidFill>
                    <a:srgbClr val="435D74"/>
                  </a:solidFill>
                </a:endParaRPr>
              </a:p>
            </p:txBody>
          </p:sp>
          <p:sp>
            <p:nvSpPr>
              <p:cNvPr id="385" name="Google Shape;385;p19">
                <a:hlinkClick r:id="" action="ppaction://hlinkshowjump?jump=firstslide"/>
              </p:cNvPr>
              <p:cNvSpPr/>
              <p:nvPr/>
            </p:nvSpPr>
            <p:spPr>
              <a:xfrm>
                <a:off x="8128941" y="4808344"/>
                <a:ext cx="18309" cy="18309"/>
              </a:xfrm>
              <a:custGeom>
                <a:avLst/>
                <a:gdLst/>
                <a:ahLst/>
                <a:cxnLst/>
                <a:rect l="l" t="t" r="r" b="b"/>
                <a:pathLst>
                  <a:path w="2259" h="2259" extrusionOk="0">
                    <a:moveTo>
                      <a:pt x="0" y="0"/>
                    </a:moveTo>
                    <a:lnTo>
                      <a:pt x="0" y="2259"/>
                    </a:lnTo>
                    <a:lnTo>
                      <a:pt x="2259" y="2259"/>
                    </a:lnTo>
                    <a:lnTo>
                      <a:pt x="2259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solidFill>
                    <a:srgbClr val="435D74"/>
                  </a:solidFill>
                </a:endParaRPr>
              </a:p>
            </p:txBody>
          </p:sp>
          <p:sp>
            <p:nvSpPr>
              <p:cNvPr id="386" name="Google Shape;386;p19">
                <a:hlinkClick r:id="" action="ppaction://hlinkshowjump?jump=firstslide"/>
              </p:cNvPr>
              <p:cNvSpPr/>
              <p:nvPr/>
            </p:nvSpPr>
            <p:spPr>
              <a:xfrm>
                <a:off x="8058597" y="4744266"/>
                <a:ext cx="158283" cy="77103"/>
              </a:xfrm>
              <a:custGeom>
                <a:avLst/>
                <a:gdLst/>
                <a:ahLst/>
                <a:cxnLst/>
                <a:rect l="l" t="t" r="r" b="b"/>
                <a:pathLst>
                  <a:path w="19529" h="9513" extrusionOk="0">
                    <a:moveTo>
                      <a:pt x="9821" y="0"/>
                    </a:moveTo>
                    <a:cubicBezTo>
                      <a:pt x="9559" y="0"/>
                      <a:pt x="9297" y="92"/>
                      <a:pt x="9086" y="276"/>
                    </a:cubicBezTo>
                    <a:lnTo>
                      <a:pt x="531" y="7521"/>
                    </a:lnTo>
                    <a:cubicBezTo>
                      <a:pt x="61" y="7921"/>
                      <a:pt x="1" y="8626"/>
                      <a:pt x="395" y="9099"/>
                    </a:cubicBezTo>
                    <a:cubicBezTo>
                      <a:pt x="620" y="9369"/>
                      <a:pt x="942" y="9508"/>
                      <a:pt x="1266" y="9508"/>
                    </a:cubicBezTo>
                    <a:cubicBezTo>
                      <a:pt x="1525" y="9508"/>
                      <a:pt x="1785" y="9419"/>
                      <a:pt x="1997" y="9237"/>
                    </a:cubicBezTo>
                    <a:lnTo>
                      <a:pt x="9821" y="2622"/>
                    </a:lnTo>
                    <a:lnTo>
                      <a:pt x="17544" y="9240"/>
                    </a:lnTo>
                    <a:cubicBezTo>
                      <a:pt x="17759" y="9425"/>
                      <a:pt x="18019" y="9513"/>
                      <a:pt x="18278" y="9513"/>
                    </a:cubicBezTo>
                    <a:cubicBezTo>
                      <a:pt x="18661" y="9513"/>
                      <a:pt x="19039" y="9318"/>
                      <a:pt x="19252" y="8954"/>
                    </a:cubicBezTo>
                    <a:cubicBezTo>
                      <a:pt x="19529" y="8482"/>
                      <a:pt x="19430" y="7879"/>
                      <a:pt x="19014" y="7524"/>
                    </a:cubicBezTo>
                    <a:lnTo>
                      <a:pt x="10555" y="276"/>
                    </a:lnTo>
                    <a:cubicBezTo>
                      <a:pt x="10345" y="92"/>
                      <a:pt x="10083" y="0"/>
                      <a:pt x="982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solidFill>
                    <a:srgbClr val="435D74"/>
                  </a:solidFill>
                </a:endParaRPr>
              </a:p>
            </p:txBody>
          </p:sp>
          <p:sp>
            <p:nvSpPr>
              <p:cNvPr id="387" name="Google Shape;387;p19">
                <a:hlinkClick r:id="" action="ppaction://hlinkshowjump?jump=firstslide"/>
              </p:cNvPr>
              <p:cNvSpPr/>
              <p:nvPr/>
            </p:nvSpPr>
            <p:spPr>
              <a:xfrm>
                <a:off x="8077733" y="4777545"/>
                <a:ext cx="119889" cy="122937"/>
              </a:xfrm>
              <a:custGeom>
                <a:avLst/>
                <a:gdLst/>
                <a:ahLst/>
                <a:cxnLst/>
                <a:rect l="l" t="t" r="r" b="b"/>
                <a:pathLst>
                  <a:path w="14792" h="15168" extrusionOk="0">
                    <a:moveTo>
                      <a:pt x="9143" y="2671"/>
                    </a:moveTo>
                    <a:cubicBezTo>
                      <a:pt x="9453" y="2671"/>
                      <a:pt x="9706" y="2924"/>
                      <a:pt x="9706" y="3237"/>
                    </a:cubicBezTo>
                    <a:lnTo>
                      <a:pt x="9706" y="6625"/>
                    </a:lnTo>
                    <a:cubicBezTo>
                      <a:pt x="9706" y="6935"/>
                      <a:pt x="9453" y="7188"/>
                      <a:pt x="9143" y="7188"/>
                    </a:cubicBezTo>
                    <a:lnTo>
                      <a:pt x="5755" y="7188"/>
                    </a:lnTo>
                    <a:cubicBezTo>
                      <a:pt x="5442" y="7188"/>
                      <a:pt x="5189" y="6935"/>
                      <a:pt x="5189" y="6625"/>
                    </a:cubicBezTo>
                    <a:lnTo>
                      <a:pt x="5189" y="3237"/>
                    </a:lnTo>
                    <a:cubicBezTo>
                      <a:pt x="5189" y="2924"/>
                      <a:pt x="5442" y="2671"/>
                      <a:pt x="5755" y="2671"/>
                    </a:cubicBezTo>
                    <a:close/>
                    <a:moveTo>
                      <a:pt x="7448" y="0"/>
                    </a:moveTo>
                    <a:lnTo>
                      <a:pt x="4" y="6291"/>
                    </a:lnTo>
                    <a:lnTo>
                      <a:pt x="4" y="14605"/>
                    </a:lnTo>
                    <a:cubicBezTo>
                      <a:pt x="1" y="14913"/>
                      <a:pt x="254" y="15168"/>
                      <a:pt x="564" y="15168"/>
                    </a:cubicBezTo>
                    <a:cubicBezTo>
                      <a:pt x="566" y="15168"/>
                      <a:pt x="568" y="15168"/>
                      <a:pt x="570" y="15168"/>
                    </a:cubicBezTo>
                    <a:lnTo>
                      <a:pt x="4060" y="15168"/>
                    </a:lnTo>
                    <a:lnTo>
                      <a:pt x="4060" y="8883"/>
                    </a:lnTo>
                    <a:cubicBezTo>
                      <a:pt x="4060" y="8570"/>
                      <a:pt x="4313" y="8317"/>
                      <a:pt x="4626" y="8317"/>
                    </a:cubicBezTo>
                    <a:lnTo>
                      <a:pt x="10272" y="8317"/>
                    </a:lnTo>
                    <a:cubicBezTo>
                      <a:pt x="10582" y="8317"/>
                      <a:pt x="10835" y="8570"/>
                      <a:pt x="10835" y="8883"/>
                    </a:cubicBezTo>
                    <a:lnTo>
                      <a:pt x="10835" y="15168"/>
                    </a:lnTo>
                    <a:lnTo>
                      <a:pt x="14223" y="15168"/>
                    </a:lnTo>
                    <a:cubicBezTo>
                      <a:pt x="14225" y="15168"/>
                      <a:pt x="14227" y="15168"/>
                      <a:pt x="14228" y="15168"/>
                    </a:cubicBezTo>
                    <a:cubicBezTo>
                      <a:pt x="14539" y="15168"/>
                      <a:pt x="14792" y="14913"/>
                      <a:pt x="14789" y="14605"/>
                    </a:cubicBezTo>
                    <a:lnTo>
                      <a:pt x="14789" y="6291"/>
                    </a:lnTo>
                    <a:lnTo>
                      <a:pt x="7448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solidFill>
                    <a:srgbClr val="435D74"/>
                  </a:solidFill>
                </a:endParaRPr>
              </a:p>
            </p:txBody>
          </p:sp>
        </p:grpSp>
      </p:grpSp>
      <p:grpSp>
        <p:nvGrpSpPr>
          <p:cNvPr id="388" name="Google Shape;388;p19"/>
          <p:cNvGrpSpPr/>
          <p:nvPr/>
        </p:nvGrpSpPr>
        <p:grpSpPr>
          <a:xfrm>
            <a:off x="309925" y="1623125"/>
            <a:ext cx="8709736" cy="2431899"/>
            <a:chOff x="309925" y="1623125"/>
            <a:chExt cx="8709736" cy="2431899"/>
          </a:xfrm>
        </p:grpSpPr>
        <p:sp>
          <p:nvSpPr>
            <p:cNvPr id="389" name="Google Shape;389;p19"/>
            <p:cNvSpPr/>
            <p:nvPr/>
          </p:nvSpPr>
          <p:spPr>
            <a:xfrm flipH="1">
              <a:off x="8557094" y="1623125"/>
              <a:ext cx="462567" cy="462847"/>
            </a:xfrm>
            <a:custGeom>
              <a:avLst/>
              <a:gdLst/>
              <a:ahLst/>
              <a:cxnLst/>
              <a:rect l="l" t="t" r="r" b="b"/>
              <a:pathLst>
                <a:path w="23166" h="23180" extrusionOk="0">
                  <a:moveTo>
                    <a:pt x="5704" y="1"/>
                  </a:moveTo>
                  <a:lnTo>
                    <a:pt x="1" y="5704"/>
                  </a:lnTo>
                  <a:lnTo>
                    <a:pt x="5873" y="11590"/>
                  </a:lnTo>
                  <a:lnTo>
                    <a:pt x="1" y="17476"/>
                  </a:lnTo>
                  <a:lnTo>
                    <a:pt x="5704" y="23179"/>
                  </a:lnTo>
                  <a:lnTo>
                    <a:pt x="11576" y="17293"/>
                  </a:lnTo>
                  <a:lnTo>
                    <a:pt x="17462" y="23179"/>
                  </a:lnTo>
                  <a:lnTo>
                    <a:pt x="23165" y="17476"/>
                  </a:lnTo>
                  <a:lnTo>
                    <a:pt x="17279" y="11590"/>
                  </a:lnTo>
                  <a:lnTo>
                    <a:pt x="23165" y="5704"/>
                  </a:lnTo>
                  <a:lnTo>
                    <a:pt x="17462" y="1"/>
                  </a:lnTo>
                  <a:lnTo>
                    <a:pt x="11576" y="5887"/>
                  </a:lnTo>
                  <a:lnTo>
                    <a:pt x="5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grpSp>
          <p:nvGrpSpPr>
            <p:cNvPr id="390" name="Google Shape;390;p19"/>
            <p:cNvGrpSpPr/>
            <p:nvPr/>
          </p:nvGrpSpPr>
          <p:grpSpPr>
            <a:xfrm>
              <a:off x="309925" y="2949773"/>
              <a:ext cx="245312" cy="1105251"/>
              <a:chOff x="4314650" y="3034025"/>
              <a:chExt cx="282000" cy="1270550"/>
            </a:xfrm>
          </p:grpSpPr>
          <p:sp>
            <p:nvSpPr>
              <p:cNvPr id="391" name="Google Shape;391;p19"/>
              <p:cNvSpPr/>
              <p:nvPr/>
            </p:nvSpPr>
            <p:spPr>
              <a:xfrm>
                <a:off x="4314650" y="3034025"/>
                <a:ext cx="282000" cy="479525"/>
              </a:xfrm>
              <a:custGeom>
                <a:avLst/>
                <a:gdLst/>
                <a:ahLst/>
                <a:cxnLst/>
                <a:rect l="l" t="t" r="r" b="b"/>
                <a:pathLst>
                  <a:path w="11280" h="19181" extrusionOk="0">
                    <a:moveTo>
                      <a:pt x="0" y="1"/>
                    </a:moveTo>
                    <a:lnTo>
                      <a:pt x="0" y="11280"/>
                    </a:lnTo>
                    <a:lnTo>
                      <a:pt x="11280" y="19180"/>
                    </a:lnTo>
                    <a:lnTo>
                      <a:pt x="11280" y="790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92" name="Google Shape;392;p19"/>
              <p:cNvSpPr/>
              <p:nvPr/>
            </p:nvSpPr>
            <p:spPr>
              <a:xfrm>
                <a:off x="4314650" y="3376575"/>
                <a:ext cx="282000" cy="295025"/>
              </a:xfrm>
              <a:custGeom>
                <a:avLst/>
                <a:gdLst/>
                <a:ahLst/>
                <a:cxnLst/>
                <a:rect l="l" t="t" r="r" b="b"/>
                <a:pathLst>
                  <a:path w="11280" h="11801" extrusionOk="0">
                    <a:moveTo>
                      <a:pt x="0" y="0"/>
                    </a:moveTo>
                    <a:lnTo>
                      <a:pt x="0" y="3901"/>
                    </a:lnTo>
                    <a:lnTo>
                      <a:pt x="11280" y="11801"/>
                    </a:lnTo>
                    <a:lnTo>
                      <a:pt x="11280" y="79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93" name="Google Shape;393;p19"/>
              <p:cNvSpPr/>
              <p:nvPr/>
            </p:nvSpPr>
            <p:spPr>
              <a:xfrm>
                <a:off x="4314650" y="3534650"/>
                <a:ext cx="282000" cy="295375"/>
              </a:xfrm>
              <a:custGeom>
                <a:avLst/>
                <a:gdLst/>
                <a:ahLst/>
                <a:cxnLst/>
                <a:rect l="l" t="t" r="r" b="b"/>
                <a:pathLst>
                  <a:path w="11280" h="11815" extrusionOk="0">
                    <a:moveTo>
                      <a:pt x="0" y="0"/>
                    </a:moveTo>
                    <a:lnTo>
                      <a:pt x="0" y="3915"/>
                    </a:lnTo>
                    <a:lnTo>
                      <a:pt x="11280" y="11815"/>
                    </a:lnTo>
                    <a:lnTo>
                      <a:pt x="11280" y="79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94" name="Google Shape;394;p19"/>
              <p:cNvSpPr/>
              <p:nvPr/>
            </p:nvSpPr>
            <p:spPr>
              <a:xfrm>
                <a:off x="4314650" y="3693050"/>
                <a:ext cx="282000" cy="295050"/>
              </a:xfrm>
              <a:custGeom>
                <a:avLst/>
                <a:gdLst/>
                <a:ahLst/>
                <a:cxnLst/>
                <a:rect l="l" t="t" r="r" b="b"/>
                <a:pathLst>
                  <a:path w="11280" h="11802" extrusionOk="0">
                    <a:moveTo>
                      <a:pt x="0" y="1"/>
                    </a:moveTo>
                    <a:lnTo>
                      <a:pt x="0" y="3902"/>
                    </a:lnTo>
                    <a:lnTo>
                      <a:pt x="11280" y="11801"/>
                    </a:lnTo>
                    <a:lnTo>
                      <a:pt x="11280" y="790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95" name="Google Shape;395;p19"/>
              <p:cNvSpPr/>
              <p:nvPr/>
            </p:nvSpPr>
            <p:spPr>
              <a:xfrm>
                <a:off x="4314650" y="3851125"/>
                <a:ext cx="282000" cy="295400"/>
              </a:xfrm>
              <a:custGeom>
                <a:avLst/>
                <a:gdLst/>
                <a:ahLst/>
                <a:cxnLst/>
                <a:rect l="l" t="t" r="r" b="b"/>
                <a:pathLst>
                  <a:path w="11280" h="11816" extrusionOk="0">
                    <a:moveTo>
                      <a:pt x="0" y="1"/>
                    </a:moveTo>
                    <a:lnTo>
                      <a:pt x="0" y="3915"/>
                    </a:lnTo>
                    <a:lnTo>
                      <a:pt x="11280" y="11815"/>
                    </a:lnTo>
                    <a:lnTo>
                      <a:pt x="11280" y="7900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96" name="Google Shape;396;p19"/>
              <p:cNvSpPr/>
              <p:nvPr/>
            </p:nvSpPr>
            <p:spPr>
              <a:xfrm>
                <a:off x="4314650" y="4009550"/>
                <a:ext cx="282000" cy="295025"/>
              </a:xfrm>
              <a:custGeom>
                <a:avLst/>
                <a:gdLst/>
                <a:ahLst/>
                <a:cxnLst/>
                <a:rect l="l" t="t" r="r" b="b"/>
                <a:pathLst>
                  <a:path w="11280" h="11801" extrusionOk="0">
                    <a:moveTo>
                      <a:pt x="0" y="0"/>
                    </a:moveTo>
                    <a:lnTo>
                      <a:pt x="0" y="3901"/>
                    </a:lnTo>
                    <a:lnTo>
                      <a:pt x="11280" y="11801"/>
                    </a:lnTo>
                    <a:lnTo>
                      <a:pt x="11280" y="79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3_1">
    <p:spTree>
      <p:nvGrpSpPr>
        <p:cNvPr id="1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8" name="Google Shape;398;p20"/>
          <p:cNvGrpSpPr/>
          <p:nvPr/>
        </p:nvGrpSpPr>
        <p:grpSpPr>
          <a:xfrm>
            <a:off x="-429924" y="869275"/>
            <a:ext cx="9971360" cy="2900874"/>
            <a:chOff x="-429924" y="869275"/>
            <a:chExt cx="9971360" cy="2900874"/>
          </a:xfrm>
        </p:grpSpPr>
        <p:pic>
          <p:nvPicPr>
            <p:cNvPr id="399" name="Google Shape;399;p20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flipH="1">
              <a:off x="-429924" y="1152650"/>
              <a:ext cx="2383774" cy="26174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00" name="Google Shape;400;p2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7538713" y="869275"/>
              <a:ext cx="2002724" cy="182377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01" name="Google Shape;401;p20"/>
          <p:cNvSpPr txBox="1">
            <a:spLocks noGrp="1"/>
          </p:cNvSpPr>
          <p:nvPr>
            <p:ph type="title"/>
          </p:nvPr>
        </p:nvSpPr>
        <p:spPr>
          <a:xfrm>
            <a:off x="3017885" y="734650"/>
            <a:ext cx="3108300" cy="89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02" name="Google Shape;402;p20"/>
          <p:cNvSpPr txBox="1">
            <a:spLocks noGrp="1"/>
          </p:cNvSpPr>
          <p:nvPr>
            <p:ph type="subTitle" idx="1"/>
          </p:nvPr>
        </p:nvSpPr>
        <p:spPr>
          <a:xfrm>
            <a:off x="3017850" y="1634350"/>
            <a:ext cx="3108300" cy="105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03" name="Google Shape;403;p20"/>
          <p:cNvSpPr txBox="1"/>
          <p:nvPr/>
        </p:nvSpPr>
        <p:spPr>
          <a:xfrm>
            <a:off x="2099100" y="3611950"/>
            <a:ext cx="4945800" cy="55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000" b="1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CREDITS:</a:t>
            </a:r>
            <a:r>
              <a:rPr lang="en" sz="1000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This presentation template was created by </a:t>
            </a:r>
            <a:r>
              <a:rPr lang="en" sz="1000" b="1" u="sng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000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, and includes icons by </a:t>
            </a:r>
            <a:r>
              <a:rPr lang="en" sz="1000" b="1" u="sng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000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, and infographics &amp; images by </a:t>
            </a:r>
            <a:r>
              <a:rPr lang="en" sz="1000" b="1" u="sng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r>
              <a:rPr lang="en" sz="1000" u="sng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endParaRPr sz="1000" b="1" u="sng" dirty="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404" name="Google Shape;404;p20"/>
          <p:cNvGrpSpPr/>
          <p:nvPr/>
        </p:nvGrpSpPr>
        <p:grpSpPr>
          <a:xfrm>
            <a:off x="816250" y="4703275"/>
            <a:ext cx="7511400" cy="238200"/>
            <a:chOff x="816250" y="4703275"/>
            <a:chExt cx="7511400" cy="238200"/>
          </a:xfrm>
        </p:grpSpPr>
        <p:grpSp>
          <p:nvGrpSpPr>
            <p:cNvPr id="405" name="Google Shape;405;p20"/>
            <p:cNvGrpSpPr/>
            <p:nvPr/>
          </p:nvGrpSpPr>
          <p:grpSpPr>
            <a:xfrm>
              <a:off x="816250" y="4703275"/>
              <a:ext cx="7511400" cy="238200"/>
              <a:chOff x="816250" y="4630450"/>
              <a:chExt cx="7511400" cy="238200"/>
            </a:xfrm>
          </p:grpSpPr>
          <p:sp>
            <p:nvSpPr>
              <p:cNvPr id="406" name="Google Shape;406;p20"/>
              <p:cNvSpPr/>
              <p:nvPr/>
            </p:nvSpPr>
            <p:spPr>
              <a:xfrm>
                <a:off x="816250" y="4630450"/>
                <a:ext cx="7511400" cy="238200"/>
              </a:xfrm>
              <a:prstGeom prst="roundRect">
                <a:avLst>
                  <a:gd name="adj" fmla="val 50000"/>
                </a:avLst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07" name="Google Shape;407;p20"/>
              <p:cNvSpPr/>
              <p:nvPr/>
            </p:nvSpPr>
            <p:spPr>
              <a:xfrm rot="5400000">
                <a:off x="8018000" y="4558475"/>
                <a:ext cx="237300" cy="381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08" name="Google Shape;408;p20">
                <a:hlinkClick r:id="" action="ppaction://hlinkshowjump?jump=previousslide"/>
              </p:cNvPr>
              <p:cNvSpPr/>
              <p:nvPr/>
            </p:nvSpPr>
            <p:spPr>
              <a:xfrm rot="-5400000">
                <a:off x="892550" y="4695100"/>
                <a:ext cx="125700" cy="108900"/>
              </a:xfrm>
              <a:prstGeom prst="triangle">
                <a:avLst>
                  <a:gd name="adj" fmla="val 50000"/>
                </a:avLst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09" name="Google Shape;409;p20">
                <a:hlinkClick r:id="" action="ppaction://hlinkshowjump?jump=nextslide"/>
              </p:cNvPr>
              <p:cNvSpPr/>
              <p:nvPr/>
            </p:nvSpPr>
            <p:spPr>
              <a:xfrm rot="5400000" flipH="1">
                <a:off x="1084525" y="4695100"/>
                <a:ext cx="125700" cy="108900"/>
              </a:xfrm>
              <a:prstGeom prst="triangle">
                <a:avLst>
                  <a:gd name="adj" fmla="val 50000"/>
                </a:avLst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  <p:grpSp>
          <p:nvGrpSpPr>
            <p:cNvPr id="410" name="Google Shape;410;p20"/>
            <p:cNvGrpSpPr/>
            <p:nvPr/>
          </p:nvGrpSpPr>
          <p:grpSpPr>
            <a:xfrm>
              <a:off x="8051978" y="4744266"/>
              <a:ext cx="158283" cy="156216"/>
              <a:chOff x="8058597" y="4744266"/>
              <a:chExt cx="158283" cy="156216"/>
            </a:xfrm>
          </p:grpSpPr>
          <p:sp>
            <p:nvSpPr>
              <p:cNvPr id="411" name="Google Shape;411;p20">
                <a:hlinkClick r:id="" action="ppaction://hlinkshowjump?jump=firstslide"/>
              </p:cNvPr>
              <p:cNvSpPr/>
              <p:nvPr/>
            </p:nvSpPr>
            <p:spPr>
              <a:xfrm>
                <a:off x="8170770" y="4753449"/>
                <a:ext cx="26957" cy="25369"/>
              </a:xfrm>
              <a:custGeom>
                <a:avLst/>
                <a:gdLst/>
                <a:ahLst/>
                <a:cxnLst/>
                <a:rect l="l" t="t" r="r" b="b"/>
                <a:pathLst>
                  <a:path w="3326" h="3130" extrusionOk="0">
                    <a:moveTo>
                      <a:pt x="482" y="1"/>
                    </a:moveTo>
                    <a:cubicBezTo>
                      <a:pt x="280" y="1"/>
                      <a:pt x="95" y="114"/>
                      <a:pt x="1" y="293"/>
                    </a:cubicBezTo>
                    <a:lnTo>
                      <a:pt x="3322" y="3130"/>
                    </a:lnTo>
                    <a:lnTo>
                      <a:pt x="3322" y="564"/>
                    </a:lnTo>
                    <a:cubicBezTo>
                      <a:pt x="3325" y="253"/>
                      <a:pt x="3072" y="1"/>
                      <a:pt x="2761" y="1"/>
                    </a:cubicBezTo>
                    <a:cubicBezTo>
                      <a:pt x="2760" y="1"/>
                      <a:pt x="2758" y="1"/>
                      <a:pt x="2756" y="1"/>
                    </a:cubicBezTo>
                    <a:lnTo>
                      <a:pt x="497" y="1"/>
                    </a:lnTo>
                    <a:cubicBezTo>
                      <a:pt x="492" y="1"/>
                      <a:pt x="487" y="1"/>
                      <a:pt x="48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solidFill>
                    <a:srgbClr val="435D74"/>
                  </a:solidFill>
                </a:endParaRPr>
              </a:p>
            </p:txBody>
          </p:sp>
          <p:sp>
            <p:nvSpPr>
              <p:cNvPr id="412" name="Google Shape;412;p20">
                <a:hlinkClick r:id="" action="ppaction://hlinkshowjump?jump=firstslide"/>
              </p:cNvPr>
              <p:cNvSpPr/>
              <p:nvPr/>
            </p:nvSpPr>
            <p:spPr>
              <a:xfrm>
                <a:off x="8120106" y="4854105"/>
                <a:ext cx="36618" cy="46377"/>
              </a:xfrm>
              <a:custGeom>
                <a:avLst/>
                <a:gdLst/>
                <a:ahLst/>
                <a:cxnLst/>
                <a:rect l="l" t="t" r="r" b="b"/>
                <a:pathLst>
                  <a:path w="4518" h="5722" extrusionOk="0">
                    <a:moveTo>
                      <a:pt x="2822" y="1130"/>
                    </a:moveTo>
                    <a:cubicBezTo>
                      <a:pt x="3325" y="1130"/>
                      <a:pt x="3578" y="1738"/>
                      <a:pt x="3222" y="2093"/>
                    </a:cubicBezTo>
                    <a:cubicBezTo>
                      <a:pt x="3106" y="2209"/>
                      <a:pt x="2964" y="2260"/>
                      <a:pt x="2825" y="2260"/>
                    </a:cubicBezTo>
                    <a:cubicBezTo>
                      <a:pt x="2535" y="2260"/>
                      <a:pt x="2259" y="2036"/>
                      <a:pt x="2259" y="1696"/>
                    </a:cubicBezTo>
                    <a:cubicBezTo>
                      <a:pt x="2259" y="1383"/>
                      <a:pt x="2509" y="1130"/>
                      <a:pt x="2822" y="1130"/>
                    </a:cubicBezTo>
                    <a:close/>
                    <a:moveTo>
                      <a:pt x="0" y="1"/>
                    </a:moveTo>
                    <a:lnTo>
                      <a:pt x="0" y="5722"/>
                    </a:lnTo>
                    <a:lnTo>
                      <a:pt x="4517" y="5722"/>
                    </a:lnTo>
                    <a:lnTo>
                      <a:pt x="4517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solidFill>
                    <a:srgbClr val="435D74"/>
                  </a:solidFill>
                </a:endParaRPr>
              </a:p>
            </p:txBody>
          </p:sp>
          <p:sp>
            <p:nvSpPr>
              <p:cNvPr id="413" name="Google Shape;413;p20">
                <a:hlinkClick r:id="" action="ppaction://hlinkshowjump?jump=firstslide"/>
              </p:cNvPr>
              <p:cNvSpPr/>
              <p:nvPr/>
            </p:nvSpPr>
            <p:spPr>
              <a:xfrm>
                <a:off x="8128941" y="4808344"/>
                <a:ext cx="18309" cy="18309"/>
              </a:xfrm>
              <a:custGeom>
                <a:avLst/>
                <a:gdLst/>
                <a:ahLst/>
                <a:cxnLst/>
                <a:rect l="l" t="t" r="r" b="b"/>
                <a:pathLst>
                  <a:path w="2259" h="2259" extrusionOk="0">
                    <a:moveTo>
                      <a:pt x="0" y="0"/>
                    </a:moveTo>
                    <a:lnTo>
                      <a:pt x="0" y="2259"/>
                    </a:lnTo>
                    <a:lnTo>
                      <a:pt x="2259" y="2259"/>
                    </a:lnTo>
                    <a:lnTo>
                      <a:pt x="2259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solidFill>
                    <a:srgbClr val="435D74"/>
                  </a:solidFill>
                </a:endParaRPr>
              </a:p>
            </p:txBody>
          </p:sp>
          <p:sp>
            <p:nvSpPr>
              <p:cNvPr id="414" name="Google Shape;414;p20">
                <a:hlinkClick r:id="" action="ppaction://hlinkshowjump?jump=firstslide"/>
              </p:cNvPr>
              <p:cNvSpPr/>
              <p:nvPr/>
            </p:nvSpPr>
            <p:spPr>
              <a:xfrm>
                <a:off x="8058597" y="4744266"/>
                <a:ext cx="158283" cy="77103"/>
              </a:xfrm>
              <a:custGeom>
                <a:avLst/>
                <a:gdLst/>
                <a:ahLst/>
                <a:cxnLst/>
                <a:rect l="l" t="t" r="r" b="b"/>
                <a:pathLst>
                  <a:path w="19529" h="9513" extrusionOk="0">
                    <a:moveTo>
                      <a:pt x="9821" y="0"/>
                    </a:moveTo>
                    <a:cubicBezTo>
                      <a:pt x="9559" y="0"/>
                      <a:pt x="9297" y="92"/>
                      <a:pt x="9086" y="276"/>
                    </a:cubicBezTo>
                    <a:lnTo>
                      <a:pt x="531" y="7521"/>
                    </a:lnTo>
                    <a:cubicBezTo>
                      <a:pt x="61" y="7921"/>
                      <a:pt x="1" y="8626"/>
                      <a:pt x="395" y="9099"/>
                    </a:cubicBezTo>
                    <a:cubicBezTo>
                      <a:pt x="620" y="9369"/>
                      <a:pt x="942" y="9508"/>
                      <a:pt x="1266" y="9508"/>
                    </a:cubicBezTo>
                    <a:cubicBezTo>
                      <a:pt x="1525" y="9508"/>
                      <a:pt x="1785" y="9419"/>
                      <a:pt x="1997" y="9237"/>
                    </a:cubicBezTo>
                    <a:lnTo>
                      <a:pt x="9821" y="2622"/>
                    </a:lnTo>
                    <a:lnTo>
                      <a:pt x="17544" y="9240"/>
                    </a:lnTo>
                    <a:cubicBezTo>
                      <a:pt x="17759" y="9425"/>
                      <a:pt x="18019" y="9513"/>
                      <a:pt x="18278" y="9513"/>
                    </a:cubicBezTo>
                    <a:cubicBezTo>
                      <a:pt x="18661" y="9513"/>
                      <a:pt x="19039" y="9318"/>
                      <a:pt x="19252" y="8954"/>
                    </a:cubicBezTo>
                    <a:cubicBezTo>
                      <a:pt x="19529" y="8482"/>
                      <a:pt x="19430" y="7879"/>
                      <a:pt x="19014" y="7524"/>
                    </a:cubicBezTo>
                    <a:lnTo>
                      <a:pt x="10555" y="276"/>
                    </a:lnTo>
                    <a:cubicBezTo>
                      <a:pt x="10345" y="92"/>
                      <a:pt x="10083" y="0"/>
                      <a:pt x="982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solidFill>
                    <a:srgbClr val="435D74"/>
                  </a:solidFill>
                </a:endParaRPr>
              </a:p>
            </p:txBody>
          </p:sp>
          <p:sp>
            <p:nvSpPr>
              <p:cNvPr id="415" name="Google Shape;415;p20">
                <a:hlinkClick r:id="" action="ppaction://hlinkshowjump?jump=firstslide"/>
              </p:cNvPr>
              <p:cNvSpPr/>
              <p:nvPr/>
            </p:nvSpPr>
            <p:spPr>
              <a:xfrm>
                <a:off x="8077733" y="4777545"/>
                <a:ext cx="119889" cy="122937"/>
              </a:xfrm>
              <a:custGeom>
                <a:avLst/>
                <a:gdLst/>
                <a:ahLst/>
                <a:cxnLst/>
                <a:rect l="l" t="t" r="r" b="b"/>
                <a:pathLst>
                  <a:path w="14792" h="15168" extrusionOk="0">
                    <a:moveTo>
                      <a:pt x="9143" y="2671"/>
                    </a:moveTo>
                    <a:cubicBezTo>
                      <a:pt x="9453" y="2671"/>
                      <a:pt x="9706" y="2924"/>
                      <a:pt x="9706" y="3237"/>
                    </a:cubicBezTo>
                    <a:lnTo>
                      <a:pt x="9706" y="6625"/>
                    </a:lnTo>
                    <a:cubicBezTo>
                      <a:pt x="9706" y="6935"/>
                      <a:pt x="9453" y="7188"/>
                      <a:pt x="9143" y="7188"/>
                    </a:cubicBezTo>
                    <a:lnTo>
                      <a:pt x="5755" y="7188"/>
                    </a:lnTo>
                    <a:cubicBezTo>
                      <a:pt x="5442" y="7188"/>
                      <a:pt x="5189" y="6935"/>
                      <a:pt x="5189" y="6625"/>
                    </a:cubicBezTo>
                    <a:lnTo>
                      <a:pt x="5189" y="3237"/>
                    </a:lnTo>
                    <a:cubicBezTo>
                      <a:pt x="5189" y="2924"/>
                      <a:pt x="5442" y="2671"/>
                      <a:pt x="5755" y="2671"/>
                    </a:cubicBezTo>
                    <a:close/>
                    <a:moveTo>
                      <a:pt x="7448" y="0"/>
                    </a:moveTo>
                    <a:lnTo>
                      <a:pt x="4" y="6291"/>
                    </a:lnTo>
                    <a:lnTo>
                      <a:pt x="4" y="14605"/>
                    </a:lnTo>
                    <a:cubicBezTo>
                      <a:pt x="1" y="14913"/>
                      <a:pt x="254" y="15168"/>
                      <a:pt x="564" y="15168"/>
                    </a:cubicBezTo>
                    <a:cubicBezTo>
                      <a:pt x="566" y="15168"/>
                      <a:pt x="568" y="15168"/>
                      <a:pt x="570" y="15168"/>
                    </a:cubicBezTo>
                    <a:lnTo>
                      <a:pt x="4060" y="15168"/>
                    </a:lnTo>
                    <a:lnTo>
                      <a:pt x="4060" y="8883"/>
                    </a:lnTo>
                    <a:cubicBezTo>
                      <a:pt x="4060" y="8570"/>
                      <a:pt x="4313" y="8317"/>
                      <a:pt x="4626" y="8317"/>
                    </a:cubicBezTo>
                    <a:lnTo>
                      <a:pt x="10272" y="8317"/>
                    </a:lnTo>
                    <a:cubicBezTo>
                      <a:pt x="10582" y="8317"/>
                      <a:pt x="10835" y="8570"/>
                      <a:pt x="10835" y="8883"/>
                    </a:cubicBezTo>
                    <a:lnTo>
                      <a:pt x="10835" y="15168"/>
                    </a:lnTo>
                    <a:lnTo>
                      <a:pt x="14223" y="15168"/>
                    </a:lnTo>
                    <a:cubicBezTo>
                      <a:pt x="14225" y="15168"/>
                      <a:pt x="14227" y="15168"/>
                      <a:pt x="14228" y="15168"/>
                    </a:cubicBezTo>
                    <a:cubicBezTo>
                      <a:pt x="14539" y="15168"/>
                      <a:pt x="14792" y="14913"/>
                      <a:pt x="14789" y="14605"/>
                    </a:cubicBezTo>
                    <a:lnTo>
                      <a:pt x="14789" y="6291"/>
                    </a:lnTo>
                    <a:lnTo>
                      <a:pt x="7448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solidFill>
                    <a:srgbClr val="435D74"/>
                  </a:solidFill>
                </a:endParaRPr>
              </a:p>
            </p:txBody>
          </p:sp>
        </p:grpSp>
      </p:grpSp>
      <p:grpSp>
        <p:nvGrpSpPr>
          <p:cNvPr id="416" name="Google Shape;416;p20"/>
          <p:cNvGrpSpPr/>
          <p:nvPr/>
        </p:nvGrpSpPr>
        <p:grpSpPr>
          <a:xfrm>
            <a:off x="367338" y="2117225"/>
            <a:ext cx="8345438" cy="2072725"/>
            <a:chOff x="367338" y="2117225"/>
            <a:chExt cx="8345438" cy="2072725"/>
          </a:xfrm>
        </p:grpSpPr>
        <p:grpSp>
          <p:nvGrpSpPr>
            <p:cNvPr id="417" name="Google Shape;417;p20"/>
            <p:cNvGrpSpPr/>
            <p:nvPr/>
          </p:nvGrpSpPr>
          <p:grpSpPr>
            <a:xfrm>
              <a:off x="8430775" y="2919400"/>
              <a:ext cx="282000" cy="1270550"/>
              <a:chOff x="4314650" y="3034025"/>
              <a:chExt cx="282000" cy="1270550"/>
            </a:xfrm>
          </p:grpSpPr>
          <p:sp>
            <p:nvSpPr>
              <p:cNvPr id="418" name="Google Shape;418;p20"/>
              <p:cNvSpPr/>
              <p:nvPr/>
            </p:nvSpPr>
            <p:spPr>
              <a:xfrm>
                <a:off x="4314650" y="3034025"/>
                <a:ext cx="282000" cy="479525"/>
              </a:xfrm>
              <a:custGeom>
                <a:avLst/>
                <a:gdLst/>
                <a:ahLst/>
                <a:cxnLst/>
                <a:rect l="l" t="t" r="r" b="b"/>
                <a:pathLst>
                  <a:path w="11280" h="19181" extrusionOk="0">
                    <a:moveTo>
                      <a:pt x="0" y="1"/>
                    </a:moveTo>
                    <a:lnTo>
                      <a:pt x="0" y="11280"/>
                    </a:lnTo>
                    <a:lnTo>
                      <a:pt x="11280" y="19180"/>
                    </a:lnTo>
                    <a:lnTo>
                      <a:pt x="11280" y="790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19" name="Google Shape;419;p20"/>
              <p:cNvSpPr/>
              <p:nvPr/>
            </p:nvSpPr>
            <p:spPr>
              <a:xfrm>
                <a:off x="4314650" y="3376575"/>
                <a:ext cx="282000" cy="295025"/>
              </a:xfrm>
              <a:custGeom>
                <a:avLst/>
                <a:gdLst/>
                <a:ahLst/>
                <a:cxnLst/>
                <a:rect l="l" t="t" r="r" b="b"/>
                <a:pathLst>
                  <a:path w="11280" h="11801" extrusionOk="0">
                    <a:moveTo>
                      <a:pt x="0" y="0"/>
                    </a:moveTo>
                    <a:lnTo>
                      <a:pt x="0" y="3901"/>
                    </a:lnTo>
                    <a:lnTo>
                      <a:pt x="11280" y="11801"/>
                    </a:lnTo>
                    <a:lnTo>
                      <a:pt x="11280" y="79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20" name="Google Shape;420;p20"/>
              <p:cNvSpPr/>
              <p:nvPr/>
            </p:nvSpPr>
            <p:spPr>
              <a:xfrm>
                <a:off x="4314650" y="3534650"/>
                <a:ext cx="282000" cy="295375"/>
              </a:xfrm>
              <a:custGeom>
                <a:avLst/>
                <a:gdLst/>
                <a:ahLst/>
                <a:cxnLst/>
                <a:rect l="l" t="t" r="r" b="b"/>
                <a:pathLst>
                  <a:path w="11280" h="11815" extrusionOk="0">
                    <a:moveTo>
                      <a:pt x="0" y="0"/>
                    </a:moveTo>
                    <a:lnTo>
                      <a:pt x="0" y="3915"/>
                    </a:lnTo>
                    <a:lnTo>
                      <a:pt x="11280" y="11815"/>
                    </a:lnTo>
                    <a:lnTo>
                      <a:pt x="11280" y="79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21" name="Google Shape;421;p20"/>
              <p:cNvSpPr/>
              <p:nvPr/>
            </p:nvSpPr>
            <p:spPr>
              <a:xfrm>
                <a:off x="4314650" y="3693050"/>
                <a:ext cx="282000" cy="295050"/>
              </a:xfrm>
              <a:custGeom>
                <a:avLst/>
                <a:gdLst/>
                <a:ahLst/>
                <a:cxnLst/>
                <a:rect l="l" t="t" r="r" b="b"/>
                <a:pathLst>
                  <a:path w="11280" h="11802" extrusionOk="0">
                    <a:moveTo>
                      <a:pt x="0" y="1"/>
                    </a:moveTo>
                    <a:lnTo>
                      <a:pt x="0" y="3902"/>
                    </a:lnTo>
                    <a:lnTo>
                      <a:pt x="11280" y="11801"/>
                    </a:lnTo>
                    <a:lnTo>
                      <a:pt x="11280" y="790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22" name="Google Shape;422;p20"/>
              <p:cNvSpPr/>
              <p:nvPr/>
            </p:nvSpPr>
            <p:spPr>
              <a:xfrm>
                <a:off x="4314650" y="3851125"/>
                <a:ext cx="282000" cy="295400"/>
              </a:xfrm>
              <a:custGeom>
                <a:avLst/>
                <a:gdLst/>
                <a:ahLst/>
                <a:cxnLst/>
                <a:rect l="l" t="t" r="r" b="b"/>
                <a:pathLst>
                  <a:path w="11280" h="11816" extrusionOk="0">
                    <a:moveTo>
                      <a:pt x="0" y="1"/>
                    </a:moveTo>
                    <a:lnTo>
                      <a:pt x="0" y="3915"/>
                    </a:lnTo>
                    <a:lnTo>
                      <a:pt x="11280" y="11815"/>
                    </a:lnTo>
                    <a:lnTo>
                      <a:pt x="11280" y="7900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23" name="Google Shape;423;p20"/>
              <p:cNvSpPr/>
              <p:nvPr/>
            </p:nvSpPr>
            <p:spPr>
              <a:xfrm>
                <a:off x="4314650" y="4009550"/>
                <a:ext cx="282000" cy="295025"/>
              </a:xfrm>
              <a:custGeom>
                <a:avLst/>
                <a:gdLst/>
                <a:ahLst/>
                <a:cxnLst/>
                <a:rect l="l" t="t" r="r" b="b"/>
                <a:pathLst>
                  <a:path w="11280" h="11801" extrusionOk="0">
                    <a:moveTo>
                      <a:pt x="0" y="0"/>
                    </a:moveTo>
                    <a:lnTo>
                      <a:pt x="0" y="3901"/>
                    </a:lnTo>
                    <a:lnTo>
                      <a:pt x="11280" y="11801"/>
                    </a:lnTo>
                    <a:lnTo>
                      <a:pt x="11280" y="79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  <p:grpSp>
          <p:nvGrpSpPr>
            <p:cNvPr id="424" name="Google Shape;424;p20"/>
            <p:cNvGrpSpPr/>
            <p:nvPr/>
          </p:nvGrpSpPr>
          <p:grpSpPr>
            <a:xfrm>
              <a:off x="367338" y="2117225"/>
              <a:ext cx="691775" cy="691775"/>
              <a:chOff x="1323700" y="2294750"/>
              <a:chExt cx="691775" cy="691775"/>
            </a:xfrm>
          </p:grpSpPr>
          <p:sp>
            <p:nvSpPr>
              <p:cNvPr id="425" name="Google Shape;425;p20"/>
              <p:cNvSpPr/>
              <p:nvPr/>
            </p:nvSpPr>
            <p:spPr>
              <a:xfrm>
                <a:off x="1375450" y="2304250"/>
                <a:ext cx="630525" cy="630525"/>
              </a:xfrm>
              <a:custGeom>
                <a:avLst/>
                <a:gdLst/>
                <a:ahLst/>
                <a:cxnLst/>
                <a:rect l="l" t="t" r="r" b="b"/>
                <a:pathLst>
                  <a:path w="25221" h="25221" extrusionOk="0">
                    <a:moveTo>
                      <a:pt x="4056" y="1"/>
                    </a:moveTo>
                    <a:lnTo>
                      <a:pt x="0" y="4056"/>
                    </a:lnTo>
                    <a:lnTo>
                      <a:pt x="8548" y="12618"/>
                    </a:lnTo>
                    <a:lnTo>
                      <a:pt x="0" y="21165"/>
                    </a:lnTo>
                    <a:lnTo>
                      <a:pt x="4056" y="25221"/>
                    </a:lnTo>
                    <a:lnTo>
                      <a:pt x="12603" y="16673"/>
                    </a:lnTo>
                    <a:lnTo>
                      <a:pt x="21165" y="25221"/>
                    </a:lnTo>
                    <a:lnTo>
                      <a:pt x="25220" y="21165"/>
                    </a:lnTo>
                    <a:lnTo>
                      <a:pt x="16673" y="12618"/>
                    </a:lnTo>
                    <a:lnTo>
                      <a:pt x="25220" y="4056"/>
                    </a:lnTo>
                    <a:lnTo>
                      <a:pt x="21165" y="1"/>
                    </a:lnTo>
                    <a:lnTo>
                      <a:pt x="12603" y="8548"/>
                    </a:lnTo>
                    <a:lnTo>
                      <a:pt x="4056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26" name="Google Shape;426;p20"/>
              <p:cNvSpPr/>
              <p:nvPr/>
            </p:nvSpPr>
            <p:spPr>
              <a:xfrm>
                <a:off x="1365925" y="2294750"/>
                <a:ext cx="649550" cy="649550"/>
              </a:xfrm>
              <a:custGeom>
                <a:avLst/>
                <a:gdLst/>
                <a:ahLst/>
                <a:cxnLst/>
                <a:rect l="l" t="t" r="r" b="b"/>
                <a:pathLst>
                  <a:path w="25982" h="25982" extrusionOk="0">
                    <a:moveTo>
                      <a:pt x="21546" y="747"/>
                    </a:moveTo>
                    <a:lnTo>
                      <a:pt x="25249" y="4436"/>
                    </a:lnTo>
                    <a:lnTo>
                      <a:pt x="16688" y="12984"/>
                    </a:lnTo>
                    <a:lnTo>
                      <a:pt x="25249" y="21531"/>
                    </a:lnTo>
                    <a:lnTo>
                      <a:pt x="21546" y="25235"/>
                    </a:lnTo>
                    <a:lnTo>
                      <a:pt x="12984" y="16673"/>
                    </a:lnTo>
                    <a:lnTo>
                      <a:pt x="4451" y="25235"/>
                    </a:lnTo>
                    <a:lnTo>
                      <a:pt x="747" y="21545"/>
                    </a:lnTo>
                    <a:lnTo>
                      <a:pt x="9295" y="12998"/>
                    </a:lnTo>
                    <a:lnTo>
                      <a:pt x="747" y="4436"/>
                    </a:lnTo>
                    <a:lnTo>
                      <a:pt x="4437" y="747"/>
                    </a:lnTo>
                    <a:lnTo>
                      <a:pt x="12984" y="9308"/>
                    </a:lnTo>
                    <a:lnTo>
                      <a:pt x="21546" y="747"/>
                    </a:lnTo>
                    <a:close/>
                    <a:moveTo>
                      <a:pt x="4437" y="0"/>
                    </a:moveTo>
                    <a:lnTo>
                      <a:pt x="1" y="4436"/>
                    </a:lnTo>
                    <a:lnTo>
                      <a:pt x="8562" y="12998"/>
                    </a:lnTo>
                    <a:lnTo>
                      <a:pt x="1" y="21545"/>
                    </a:lnTo>
                    <a:lnTo>
                      <a:pt x="4437" y="25981"/>
                    </a:lnTo>
                    <a:lnTo>
                      <a:pt x="12984" y="17419"/>
                    </a:lnTo>
                    <a:lnTo>
                      <a:pt x="21546" y="25981"/>
                    </a:lnTo>
                    <a:lnTo>
                      <a:pt x="25982" y="21545"/>
                    </a:lnTo>
                    <a:lnTo>
                      <a:pt x="17434" y="12998"/>
                    </a:lnTo>
                    <a:lnTo>
                      <a:pt x="25982" y="4436"/>
                    </a:lnTo>
                    <a:lnTo>
                      <a:pt x="21546" y="0"/>
                    </a:lnTo>
                    <a:lnTo>
                      <a:pt x="12984" y="8562"/>
                    </a:lnTo>
                    <a:lnTo>
                      <a:pt x="4437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27" name="Google Shape;427;p20"/>
              <p:cNvSpPr/>
              <p:nvPr/>
            </p:nvSpPr>
            <p:spPr>
              <a:xfrm>
                <a:off x="1333200" y="2346500"/>
                <a:ext cx="630525" cy="630525"/>
              </a:xfrm>
              <a:custGeom>
                <a:avLst/>
                <a:gdLst/>
                <a:ahLst/>
                <a:cxnLst/>
                <a:rect l="l" t="t" r="r" b="b"/>
                <a:pathLst>
                  <a:path w="25221" h="25221" extrusionOk="0">
                    <a:moveTo>
                      <a:pt x="4056" y="0"/>
                    </a:moveTo>
                    <a:lnTo>
                      <a:pt x="0" y="4056"/>
                    </a:lnTo>
                    <a:lnTo>
                      <a:pt x="8548" y="12618"/>
                    </a:lnTo>
                    <a:lnTo>
                      <a:pt x="0" y="21165"/>
                    </a:lnTo>
                    <a:lnTo>
                      <a:pt x="4056" y="25221"/>
                    </a:lnTo>
                    <a:lnTo>
                      <a:pt x="12603" y="16673"/>
                    </a:lnTo>
                    <a:lnTo>
                      <a:pt x="21165" y="25221"/>
                    </a:lnTo>
                    <a:lnTo>
                      <a:pt x="25221" y="21165"/>
                    </a:lnTo>
                    <a:lnTo>
                      <a:pt x="16673" y="12618"/>
                    </a:lnTo>
                    <a:lnTo>
                      <a:pt x="25221" y="4056"/>
                    </a:lnTo>
                    <a:lnTo>
                      <a:pt x="21165" y="0"/>
                    </a:lnTo>
                    <a:lnTo>
                      <a:pt x="12603" y="8548"/>
                    </a:lnTo>
                    <a:lnTo>
                      <a:pt x="4056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28" name="Google Shape;428;p20"/>
              <p:cNvSpPr/>
              <p:nvPr/>
            </p:nvSpPr>
            <p:spPr>
              <a:xfrm>
                <a:off x="1323700" y="2337350"/>
                <a:ext cx="649525" cy="649175"/>
              </a:xfrm>
              <a:custGeom>
                <a:avLst/>
                <a:gdLst/>
                <a:ahLst/>
                <a:cxnLst/>
                <a:rect l="l" t="t" r="r" b="b"/>
                <a:pathLst>
                  <a:path w="25981" h="25967" extrusionOk="0">
                    <a:moveTo>
                      <a:pt x="21531" y="733"/>
                    </a:moveTo>
                    <a:lnTo>
                      <a:pt x="25220" y="4422"/>
                    </a:lnTo>
                    <a:lnTo>
                      <a:pt x="16673" y="12984"/>
                    </a:lnTo>
                    <a:lnTo>
                      <a:pt x="25234" y="21531"/>
                    </a:lnTo>
                    <a:lnTo>
                      <a:pt x="21545" y="25221"/>
                    </a:lnTo>
                    <a:lnTo>
                      <a:pt x="12983" y="16673"/>
                    </a:lnTo>
                    <a:lnTo>
                      <a:pt x="4450" y="25221"/>
                    </a:lnTo>
                    <a:lnTo>
                      <a:pt x="746" y="21531"/>
                    </a:lnTo>
                    <a:lnTo>
                      <a:pt x="9294" y="12984"/>
                    </a:lnTo>
                    <a:lnTo>
                      <a:pt x="732" y="4422"/>
                    </a:lnTo>
                    <a:lnTo>
                      <a:pt x="4436" y="747"/>
                    </a:lnTo>
                    <a:lnTo>
                      <a:pt x="12983" y="9294"/>
                    </a:lnTo>
                    <a:lnTo>
                      <a:pt x="21531" y="733"/>
                    </a:lnTo>
                    <a:close/>
                    <a:moveTo>
                      <a:pt x="4436" y="0"/>
                    </a:moveTo>
                    <a:lnTo>
                      <a:pt x="0" y="4422"/>
                    </a:lnTo>
                    <a:lnTo>
                      <a:pt x="8548" y="12984"/>
                    </a:lnTo>
                    <a:lnTo>
                      <a:pt x="0" y="21531"/>
                    </a:lnTo>
                    <a:lnTo>
                      <a:pt x="4436" y="25967"/>
                    </a:lnTo>
                    <a:lnTo>
                      <a:pt x="12983" y="17419"/>
                    </a:lnTo>
                    <a:lnTo>
                      <a:pt x="21545" y="25967"/>
                    </a:lnTo>
                    <a:lnTo>
                      <a:pt x="25981" y="21531"/>
                    </a:lnTo>
                    <a:lnTo>
                      <a:pt x="17433" y="12984"/>
                    </a:lnTo>
                    <a:lnTo>
                      <a:pt x="25967" y="4422"/>
                    </a:lnTo>
                    <a:lnTo>
                      <a:pt x="21545" y="0"/>
                    </a:lnTo>
                    <a:lnTo>
                      <a:pt x="12983" y="8548"/>
                    </a:lnTo>
                    <a:lnTo>
                      <a:pt x="443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0" name="Google Shape;430;p21"/>
          <p:cNvGrpSpPr/>
          <p:nvPr/>
        </p:nvGrpSpPr>
        <p:grpSpPr>
          <a:xfrm>
            <a:off x="816250" y="4703275"/>
            <a:ext cx="7511400" cy="238200"/>
            <a:chOff x="816250" y="4703275"/>
            <a:chExt cx="7511400" cy="238200"/>
          </a:xfrm>
        </p:grpSpPr>
        <p:grpSp>
          <p:nvGrpSpPr>
            <p:cNvPr id="431" name="Google Shape;431;p21"/>
            <p:cNvGrpSpPr/>
            <p:nvPr/>
          </p:nvGrpSpPr>
          <p:grpSpPr>
            <a:xfrm>
              <a:off x="816250" y="4703275"/>
              <a:ext cx="7511400" cy="238200"/>
              <a:chOff x="816250" y="4630450"/>
              <a:chExt cx="7511400" cy="238200"/>
            </a:xfrm>
          </p:grpSpPr>
          <p:sp>
            <p:nvSpPr>
              <p:cNvPr id="432" name="Google Shape;432;p21"/>
              <p:cNvSpPr/>
              <p:nvPr/>
            </p:nvSpPr>
            <p:spPr>
              <a:xfrm>
                <a:off x="816250" y="4630450"/>
                <a:ext cx="7511400" cy="238200"/>
              </a:xfrm>
              <a:prstGeom prst="roundRect">
                <a:avLst>
                  <a:gd name="adj" fmla="val 50000"/>
                </a:avLst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33" name="Google Shape;433;p21"/>
              <p:cNvSpPr/>
              <p:nvPr/>
            </p:nvSpPr>
            <p:spPr>
              <a:xfrm rot="5400000">
                <a:off x="8018000" y="4558475"/>
                <a:ext cx="237300" cy="381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34" name="Google Shape;434;p21">
                <a:hlinkClick r:id="" action="ppaction://hlinkshowjump?jump=previousslide"/>
              </p:cNvPr>
              <p:cNvSpPr/>
              <p:nvPr/>
            </p:nvSpPr>
            <p:spPr>
              <a:xfrm rot="-5400000">
                <a:off x="892550" y="4695100"/>
                <a:ext cx="125700" cy="108900"/>
              </a:xfrm>
              <a:prstGeom prst="triangle">
                <a:avLst>
                  <a:gd name="adj" fmla="val 50000"/>
                </a:avLst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35" name="Google Shape;435;p21">
                <a:hlinkClick r:id="" action="ppaction://hlinkshowjump?jump=nextslide"/>
              </p:cNvPr>
              <p:cNvSpPr/>
              <p:nvPr/>
            </p:nvSpPr>
            <p:spPr>
              <a:xfrm rot="5400000" flipH="1">
                <a:off x="1084525" y="4695100"/>
                <a:ext cx="125700" cy="108900"/>
              </a:xfrm>
              <a:prstGeom prst="triangle">
                <a:avLst>
                  <a:gd name="adj" fmla="val 50000"/>
                </a:avLst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  <p:grpSp>
          <p:nvGrpSpPr>
            <p:cNvPr id="436" name="Google Shape;436;p21"/>
            <p:cNvGrpSpPr/>
            <p:nvPr/>
          </p:nvGrpSpPr>
          <p:grpSpPr>
            <a:xfrm>
              <a:off x="8051978" y="4744266"/>
              <a:ext cx="158283" cy="156216"/>
              <a:chOff x="8058597" y="4744266"/>
              <a:chExt cx="158283" cy="156216"/>
            </a:xfrm>
          </p:grpSpPr>
          <p:sp>
            <p:nvSpPr>
              <p:cNvPr id="437" name="Google Shape;437;p21">
                <a:hlinkClick r:id="" action="ppaction://hlinkshowjump?jump=firstslide"/>
              </p:cNvPr>
              <p:cNvSpPr/>
              <p:nvPr/>
            </p:nvSpPr>
            <p:spPr>
              <a:xfrm>
                <a:off x="8170770" y="4753449"/>
                <a:ext cx="26957" cy="25369"/>
              </a:xfrm>
              <a:custGeom>
                <a:avLst/>
                <a:gdLst/>
                <a:ahLst/>
                <a:cxnLst/>
                <a:rect l="l" t="t" r="r" b="b"/>
                <a:pathLst>
                  <a:path w="3326" h="3130" extrusionOk="0">
                    <a:moveTo>
                      <a:pt x="482" y="1"/>
                    </a:moveTo>
                    <a:cubicBezTo>
                      <a:pt x="280" y="1"/>
                      <a:pt x="95" y="114"/>
                      <a:pt x="1" y="293"/>
                    </a:cubicBezTo>
                    <a:lnTo>
                      <a:pt x="3322" y="3130"/>
                    </a:lnTo>
                    <a:lnTo>
                      <a:pt x="3322" y="564"/>
                    </a:lnTo>
                    <a:cubicBezTo>
                      <a:pt x="3325" y="253"/>
                      <a:pt x="3072" y="1"/>
                      <a:pt x="2761" y="1"/>
                    </a:cubicBezTo>
                    <a:cubicBezTo>
                      <a:pt x="2760" y="1"/>
                      <a:pt x="2758" y="1"/>
                      <a:pt x="2756" y="1"/>
                    </a:cubicBezTo>
                    <a:lnTo>
                      <a:pt x="497" y="1"/>
                    </a:lnTo>
                    <a:cubicBezTo>
                      <a:pt x="492" y="1"/>
                      <a:pt x="487" y="1"/>
                      <a:pt x="48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solidFill>
                    <a:srgbClr val="435D74"/>
                  </a:solidFill>
                </a:endParaRPr>
              </a:p>
            </p:txBody>
          </p:sp>
          <p:sp>
            <p:nvSpPr>
              <p:cNvPr id="438" name="Google Shape;438;p21">
                <a:hlinkClick r:id="" action="ppaction://hlinkshowjump?jump=firstslide"/>
              </p:cNvPr>
              <p:cNvSpPr/>
              <p:nvPr/>
            </p:nvSpPr>
            <p:spPr>
              <a:xfrm>
                <a:off x="8120106" y="4854105"/>
                <a:ext cx="36618" cy="46377"/>
              </a:xfrm>
              <a:custGeom>
                <a:avLst/>
                <a:gdLst/>
                <a:ahLst/>
                <a:cxnLst/>
                <a:rect l="l" t="t" r="r" b="b"/>
                <a:pathLst>
                  <a:path w="4518" h="5722" extrusionOk="0">
                    <a:moveTo>
                      <a:pt x="2822" y="1130"/>
                    </a:moveTo>
                    <a:cubicBezTo>
                      <a:pt x="3325" y="1130"/>
                      <a:pt x="3578" y="1738"/>
                      <a:pt x="3222" y="2093"/>
                    </a:cubicBezTo>
                    <a:cubicBezTo>
                      <a:pt x="3106" y="2209"/>
                      <a:pt x="2964" y="2260"/>
                      <a:pt x="2825" y="2260"/>
                    </a:cubicBezTo>
                    <a:cubicBezTo>
                      <a:pt x="2535" y="2260"/>
                      <a:pt x="2259" y="2036"/>
                      <a:pt x="2259" y="1696"/>
                    </a:cubicBezTo>
                    <a:cubicBezTo>
                      <a:pt x="2259" y="1383"/>
                      <a:pt x="2509" y="1130"/>
                      <a:pt x="2822" y="1130"/>
                    </a:cubicBezTo>
                    <a:close/>
                    <a:moveTo>
                      <a:pt x="0" y="1"/>
                    </a:moveTo>
                    <a:lnTo>
                      <a:pt x="0" y="5722"/>
                    </a:lnTo>
                    <a:lnTo>
                      <a:pt x="4517" y="5722"/>
                    </a:lnTo>
                    <a:lnTo>
                      <a:pt x="4517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solidFill>
                    <a:srgbClr val="435D74"/>
                  </a:solidFill>
                </a:endParaRPr>
              </a:p>
            </p:txBody>
          </p:sp>
          <p:sp>
            <p:nvSpPr>
              <p:cNvPr id="439" name="Google Shape;439;p21">
                <a:hlinkClick r:id="" action="ppaction://hlinkshowjump?jump=firstslide"/>
              </p:cNvPr>
              <p:cNvSpPr/>
              <p:nvPr/>
            </p:nvSpPr>
            <p:spPr>
              <a:xfrm>
                <a:off x="8128941" y="4808344"/>
                <a:ext cx="18309" cy="18309"/>
              </a:xfrm>
              <a:custGeom>
                <a:avLst/>
                <a:gdLst/>
                <a:ahLst/>
                <a:cxnLst/>
                <a:rect l="l" t="t" r="r" b="b"/>
                <a:pathLst>
                  <a:path w="2259" h="2259" extrusionOk="0">
                    <a:moveTo>
                      <a:pt x="0" y="0"/>
                    </a:moveTo>
                    <a:lnTo>
                      <a:pt x="0" y="2259"/>
                    </a:lnTo>
                    <a:lnTo>
                      <a:pt x="2259" y="2259"/>
                    </a:lnTo>
                    <a:lnTo>
                      <a:pt x="2259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solidFill>
                    <a:srgbClr val="435D74"/>
                  </a:solidFill>
                </a:endParaRPr>
              </a:p>
            </p:txBody>
          </p:sp>
          <p:sp>
            <p:nvSpPr>
              <p:cNvPr id="440" name="Google Shape;440;p21">
                <a:hlinkClick r:id="" action="ppaction://hlinkshowjump?jump=firstslide"/>
              </p:cNvPr>
              <p:cNvSpPr/>
              <p:nvPr/>
            </p:nvSpPr>
            <p:spPr>
              <a:xfrm>
                <a:off x="8058597" y="4744266"/>
                <a:ext cx="158283" cy="77103"/>
              </a:xfrm>
              <a:custGeom>
                <a:avLst/>
                <a:gdLst/>
                <a:ahLst/>
                <a:cxnLst/>
                <a:rect l="l" t="t" r="r" b="b"/>
                <a:pathLst>
                  <a:path w="19529" h="9513" extrusionOk="0">
                    <a:moveTo>
                      <a:pt x="9821" y="0"/>
                    </a:moveTo>
                    <a:cubicBezTo>
                      <a:pt x="9559" y="0"/>
                      <a:pt x="9297" y="92"/>
                      <a:pt x="9086" y="276"/>
                    </a:cubicBezTo>
                    <a:lnTo>
                      <a:pt x="531" y="7521"/>
                    </a:lnTo>
                    <a:cubicBezTo>
                      <a:pt x="61" y="7921"/>
                      <a:pt x="1" y="8626"/>
                      <a:pt x="395" y="9099"/>
                    </a:cubicBezTo>
                    <a:cubicBezTo>
                      <a:pt x="620" y="9369"/>
                      <a:pt x="942" y="9508"/>
                      <a:pt x="1266" y="9508"/>
                    </a:cubicBezTo>
                    <a:cubicBezTo>
                      <a:pt x="1525" y="9508"/>
                      <a:pt x="1785" y="9419"/>
                      <a:pt x="1997" y="9237"/>
                    </a:cubicBezTo>
                    <a:lnTo>
                      <a:pt x="9821" y="2622"/>
                    </a:lnTo>
                    <a:lnTo>
                      <a:pt x="17544" y="9240"/>
                    </a:lnTo>
                    <a:cubicBezTo>
                      <a:pt x="17759" y="9425"/>
                      <a:pt x="18019" y="9513"/>
                      <a:pt x="18278" y="9513"/>
                    </a:cubicBezTo>
                    <a:cubicBezTo>
                      <a:pt x="18661" y="9513"/>
                      <a:pt x="19039" y="9318"/>
                      <a:pt x="19252" y="8954"/>
                    </a:cubicBezTo>
                    <a:cubicBezTo>
                      <a:pt x="19529" y="8482"/>
                      <a:pt x="19430" y="7879"/>
                      <a:pt x="19014" y="7524"/>
                    </a:cubicBezTo>
                    <a:lnTo>
                      <a:pt x="10555" y="276"/>
                    </a:lnTo>
                    <a:cubicBezTo>
                      <a:pt x="10345" y="92"/>
                      <a:pt x="10083" y="0"/>
                      <a:pt x="982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solidFill>
                    <a:srgbClr val="435D74"/>
                  </a:solidFill>
                </a:endParaRPr>
              </a:p>
            </p:txBody>
          </p:sp>
          <p:sp>
            <p:nvSpPr>
              <p:cNvPr id="441" name="Google Shape;441;p21">
                <a:hlinkClick r:id="" action="ppaction://hlinkshowjump?jump=firstslide"/>
              </p:cNvPr>
              <p:cNvSpPr/>
              <p:nvPr/>
            </p:nvSpPr>
            <p:spPr>
              <a:xfrm>
                <a:off x="8077733" y="4777545"/>
                <a:ext cx="119889" cy="122937"/>
              </a:xfrm>
              <a:custGeom>
                <a:avLst/>
                <a:gdLst/>
                <a:ahLst/>
                <a:cxnLst/>
                <a:rect l="l" t="t" r="r" b="b"/>
                <a:pathLst>
                  <a:path w="14792" h="15168" extrusionOk="0">
                    <a:moveTo>
                      <a:pt x="9143" y="2671"/>
                    </a:moveTo>
                    <a:cubicBezTo>
                      <a:pt x="9453" y="2671"/>
                      <a:pt x="9706" y="2924"/>
                      <a:pt x="9706" y="3237"/>
                    </a:cubicBezTo>
                    <a:lnTo>
                      <a:pt x="9706" y="6625"/>
                    </a:lnTo>
                    <a:cubicBezTo>
                      <a:pt x="9706" y="6935"/>
                      <a:pt x="9453" y="7188"/>
                      <a:pt x="9143" y="7188"/>
                    </a:cubicBezTo>
                    <a:lnTo>
                      <a:pt x="5755" y="7188"/>
                    </a:lnTo>
                    <a:cubicBezTo>
                      <a:pt x="5442" y="7188"/>
                      <a:pt x="5189" y="6935"/>
                      <a:pt x="5189" y="6625"/>
                    </a:cubicBezTo>
                    <a:lnTo>
                      <a:pt x="5189" y="3237"/>
                    </a:lnTo>
                    <a:cubicBezTo>
                      <a:pt x="5189" y="2924"/>
                      <a:pt x="5442" y="2671"/>
                      <a:pt x="5755" y="2671"/>
                    </a:cubicBezTo>
                    <a:close/>
                    <a:moveTo>
                      <a:pt x="7448" y="0"/>
                    </a:moveTo>
                    <a:lnTo>
                      <a:pt x="4" y="6291"/>
                    </a:lnTo>
                    <a:lnTo>
                      <a:pt x="4" y="14605"/>
                    </a:lnTo>
                    <a:cubicBezTo>
                      <a:pt x="1" y="14913"/>
                      <a:pt x="254" y="15168"/>
                      <a:pt x="564" y="15168"/>
                    </a:cubicBezTo>
                    <a:cubicBezTo>
                      <a:pt x="566" y="15168"/>
                      <a:pt x="568" y="15168"/>
                      <a:pt x="570" y="15168"/>
                    </a:cubicBezTo>
                    <a:lnTo>
                      <a:pt x="4060" y="15168"/>
                    </a:lnTo>
                    <a:lnTo>
                      <a:pt x="4060" y="8883"/>
                    </a:lnTo>
                    <a:cubicBezTo>
                      <a:pt x="4060" y="8570"/>
                      <a:pt x="4313" y="8317"/>
                      <a:pt x="4626" y="8317"/>
                    </a:cubicBezTo>
                    <a:lnTo>
                      <a:pt x="10272" y="8317"/>
                    </a:lnTo>
                    <a:cubicBezTo>
                      <a:pt x="10582" y="8317"/>
                      <a:pt x="10835" y="8570"/>
                      <a:pt x="10835" y="8883"/>
                    </a:cubicBezTo>
                    <a:lnTo>
                      <a:pt x="10835" y="15168"/>
                    </a:lnTo>
                    <a:lnTo>
                      <a:pt x="14223" y="15168"/>
                    </a:lnTo>
                    <a:cubicBezTo>
                      <a:pt x="14225" y="15168"/>
                      <a:pt x="14227" y="15168"/>
                      <a:pt x="14228" y="15168"/>
                    </a:cubicBezTo>
                    <a:cubicBezTo>
                      <a:pt x="14539" y="15168"/>
                      <a:pt x="14792" y="14913"/>
                      <a:pt x="14789" y="14605"/>
                    </a:cubicBezTo>
                    <a:lnTo>
                      <a:pt x="14789" y="6291"/>
                    </a:lnTo>
                    <a:lnTo>
                      <a:pt x="7448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solidFill>
                    <a:srgbClr val="435D74"/>
                  </a:solidFill>
                </a:endParaRPr>
              </a:p>
            </p:txBody>
          </p:sp>
        </p:grpSp>
      </p:grpSp>
      <p:grpSp>
        <p:nvGrpSpPr>
          <p:cNvPr id="442" name="Google Shape;442;p21"/>
          <p:cNvGrpSpPr/>
          <p:nvPr/>
        </p:nvGrpSpPr>
        <p:grpSpPr>
          <a:xfrm>
            <a:off x="518200" y="1466673"/>
            <a:ext cx="245312" cy="1105251"/>
            <a:chOff x="4314650" y="3034025"/>
            <a:chExt cx="282000" cy="1270550"/>
          </a:xfrm>
        </p:grpSpPr>
        <p:sp>
          <p:nvSpPr>
            <p:cNvPr id="443" name="Google Shape;443;p21"/>
            <p:cNvSpPr/>
            <p:nvPr/>
          </p:nvSpPr>
          <p:spPr>
            <a:xfrm>
              <a:off x="4314650" y="3034025"/>
              <a:ext cx="282000" cy="479525"/>
            </a:xfrm>
            <a:custGeom>
              <a:avLst/>
              <a:gdLst/>
              <a:ahLst/>
              <a:cxnLst/>
              <a:rect l="l" t="t" r="r" b="b"/>
              <a:pathLst>
                <a:path w="11280" h="19181" extrusionOk="0">
                  <a:moveTo>
                    <a:pt x="0" y="1"/>
                  </a:moveTo>
                  <a:lnTo>
                    <a:pt x="0" y="11280"/>
                  </a:lnTo>
                  <a:lnTo>
                    <a:pt x="11280" y="19180"/>
                  </a:lnTo>
                  <a:lnTo>
                    <a:pt x="11280" y="790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44" name="Google Shape;444;p21"/>
            <p:cNvSpPr/>
            <p:nvPr/>
          </p:nvSpPr>
          <p:spPr>
            <a:xfrm>
              <a:off x="4314650" y="3376575"/>
              <a:ext cx="282000" cy="295025"/>
            </a:xfrm>
            <a:custGeom>
              <a:avLst/>
              <a:gdLst/>
              <a:ahLst/>
              <a:cxnLst/>
              <a:rect l="l" t="t" r="r" b="b"/>
              <a:pathLst>
                <a:path w="11280" h="11801" extrusionOk="0">
                  <a:moveTo>
                    <a:pt x="0" y="0"/>
                  </a:moveTo>
                  <a:lnTo>
                    <a:pt x="0" y="3901"/>
                  </a:lnTo>
                  <a:lnTo>
                    <a:pt x="11280" y="11801"/>
                  </a:lnTo>
                  <a:lnTo>
                    <a:pt x="11280" y="79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45" name="Google Shape;445;p21"/>
            <p:cNvSpPr/>
            <p:nvPr/>
          </p:nvSpPr>
          <p:spPr>
            <a:xfrm>
              <a:off x="4314650" y="3534650"/>
              <a:ext cx="282000" cy="295375"/>
            </a:xfrm>
            <a:custGeom>
              <a:avLst/>
              <a:gdLst/>
              <a:ahLst/>
              <a:cxnLst/>
              <a:rect l="l" t="t" r="r" b="b"/>
              <a:pathLst>
                <a:path w="11280" h="11815" extrusionOk="0">
                  <a:moveTo>
                    <a:pt x="0" y="0"/>
                  </a:moveTo>
                  <a:lnTo>
                    <a:pt x="0" y="3915"/>
                  </a:lnTo>
                  <a:lnTo>
                    <a:pt x="11280" y="11815"/>
                  </a:lnTo>
                  <a:lnTo>
                    <a:pt x="11280" y="79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46" name="Google Shape;446;p21"/>
            <p:cNvSpPr/>
            <p:nvPr/>
          </p:nvSpPr>
          <p:spPr>
            <a:xfrm>
              <a:off x="4314650" y="3693050"/>
              <a:ext cx="282000" cy="295050"/>
            </a:xfrm>
            <a:custGeom>
              <a:avLst/>
              <a:gdLst/>
              <a:ahLst/>
              <a:cxnLst/>
              <a:rect l="l" t="t" r="r" b="b"/>
              <a:pathLst>
                <a:path w="11280" h="11802" extrusionOk="0">
                  <a:moveTo>
                    <a:pt x="0" y="1"/>
                  </a:moveTo>
                  <a:lnTo>
                    <a:pt x="0" y="3902"/>
                  </a:lnTo>
                  <a:lnTo>
                    <a:pt x="11280" y="11801"/>
                  </a:lnTo>
                  <a:lnTo>
                    <a:pt x="11280" y="790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47" name="Google Shape;447;p21"/>
            <p:cNvSpPr/>
            <p:nvPr/>
          </p:nvSpPr>
          <p:spPr>
            <a:xfrm>
              <a:off x="4314650" y="3851125"/>
              <a:ext cx="282000" cy="295400"/>
            </a:xfrm>
            <a:custGeom>
              <a:avLst/>
              <a:gdLst/>
              <a:ahLst/>
              <a:cxnLst/>
              <a:rect l="l" t="t" r="r" b="b"/>
              <a:pathLst>
                <a:path w="11280" h="11816" extrusionOk="0">
                  <a:moveTo>
                    <a:pt x="0" y="1"/>
                  </a:moveTo>
                  <a:lnTo>
                    <a:pt x="0" y="3915"/>
                  </a:lnTo>
                  <a:lnTo>
                    <a:pt x="11280" y="11815"/>
                  </a:lnTo>
                  <a:lnTo>
                    <a:pt x="11280" y="790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48" name="Google Shape;448;p21"/>
            <p:cNvSpPr/>
            <p:nvPr/>
          </p:nvSpPr>
          <p:spPr>
            <a:xfrm>
              <a:off x="4314650" y="4009550"/>
              <a:ext cx="282000" cy="295025"/>
            </a:xfrm>
            <a:custGeom>
              <a:avLst/>
              <a:gdLst/>
              <a:ahLst/>
              <a:cxnLst/>
              <a:rect l="l" t="t" r="r" b="b"/>
              <a:pathLst>
                <a:path w="11280" h="11801" extrusionOk="0">
                  <a:moveTo>
                    <a:pt x="0" y="0"/>
                  </a:moveTo>
                  <a:lnTo>
                    <a:pt x="0" y="3901"/>
                  </a:lnTo>
                  <a:lnTo>
                    <a:pt x="11280" y="11801"/>
                  </a:lnTo>
                  <a:lnTo>
                    <a:pt x="11280" y="79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449" name="Google Shape;449;p21"/>
          <p:cNvSpPr/>
          <p:nvPr/>
        </p:nvSpPr>
        <p:spPr>
          <a:xfrm>
            <a:off x="562575" y="377125"/>
            <a:ext cx="448175" cy="448175"/>
          </a:xfrm>
          <a:custGeom>
            <a:avLst/>
            <a:gdLst/>
            <a:ahLst/>
            <a:cxnLst/>
            <a:rect l="l" t="t" r="r" b="b"/>
            <a:pathLst>
              <a:path w="17927" h="17927" extrusionOk="0">
                <a:moveTo>
                  <a:pt x="1" y="0"/>
                </a:moveTo>
                <a:lnTo>
                  <a:pt x="1" y="5985"/>
                </a:lnTo>
                <a:lnTo>
                  <a:pt x="1" y="17926"/>
                </a:lnTo>
                <a:lnTo>
                  <a:pt x="5986" y="17926"/>
                </a:lnTo>
                <a:lnTo>
                  <a:pt x="5986" y="5985"/>
                </a:lnTo>
                <a:lnTo>
                  <a:pt x="17927" y="5985"/>
                </a:lnTo>
                <a:lnTo>
                  <a:pt x="17927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450" name="Google Shape;450;p2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6955097" y="228377"/>
            <a:ext cx="2665774" cy="2427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2" name="Google Shape;452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-689499" y="1907625"/>
            <a:ext cx="2762949" cy="303384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53" name="Google Shape;453;p22"/>
          <p:cNvGrpSpPr/>
          <p:nvPr/>
        </p:nvGrpSpPr>
        <p:grpSpPr>
          <a:xfrm>
            <a:off x="816250" y="4703275"/>
            <a:ext cx="7511400" cy="238200"/>
            <a:chOff x="816250" y="4703275"/>
            <a:chExt cx="7511400" cy="238200"/>
          </a:xfrm>
        </p:grpSpPr>
        <p:grpSp>
          <p:nvGrpSpPr>
            <p:cNvPr id="454" name="Google Shape;454;p22"/>
            <p:cNvGrpSpPr/>
            <p:nvPr/>
          </p:nvGrpSpPr>
          <p:grpSpPr>
            <a:xfrm>
              <a:off x="816250" y="4703275"/>
              <a:ext cx="7511400" cy="238200"/>
              <a:chOff x="816250" y="4630450"/>
              <a:chExt cx="7511400" cy="238200"/>
            </a:xfrm>
          </p:grpSpPr>
          <p:sp>
            <p:nvSpPr>
              <p:cNvPr id="455" name="Google Shape;455;p22"/>
              <p:cNvSpPr/>
              <p:nvPr/>
            </p:nvSpPr>
            <p:spPr>
              <a:xfrm>
                <a:off x="816250" y="4630450"/>
                <a:ext cx="7511400" cy="238200"/>
              </a:xfrm>
              <a:prstGeom prst="roundRect">
                <a:avLst>
                  <a:gd name="adj" fmla="val 50000"/>
                </a:avLst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56" name="Google Shape;456;p22"/>
              <p:cNvSpPr/>
              <p:nvPr/>
            </p:nvSpPr>
            <p:spPr>
              <a:xfrm rot="5400000">
                <a:off x="8018000" y="4558475"/>
                <a:ext cx="237300" cy="381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57" name="Google Shape;457;p22">
                <a:hlinkClick r:id="" action="ppaction://hlinkshowjump?jump=previousslide"/>
              </p:cNvPr>
              <p:cNvSpPr/>
              <p:nvPr/>
            </p:nvSpPr>
            <p:spPr>
              <a:xfrm rot="-5400000">
                <a:off x="892550" y="4695100"/>
                <a:ext cx="125700" cy="108900"/>
              </a:xfrm>
              <a:prstGeom prst="triangle">
                <a:avLst>
                  <a:gd name="adj" fmla="val 50000"/>
                </a:avLst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58" name="Google Shape;458;p22">
                <a:hlinkClick r:id="" action="ppaction://hlinkshowjump?jump=nextslide"/>
              </p:cNvPr>
              <p:cNvSpPr/>
              <p:nvPr/>
            </p:nvSpPr>
            <p:spPr>
              <a:xfrm rot="5400000" flipH="1">
                <a:off x="1084525" y="4695100"/>
                <a:ext cx="125700" cy="108900"/>
              </a:xfrm>
              <a:prstGeom prst="triangle">
                <a:avLst>
                  <a:gd name="adj" fmla="val 50000"/>
                </a:avLst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  <p:grpSp>
          <p:nvGrpSpPr>
            <p:cNvPr id="459" name="Google Shape;459;p22"/>
            <p:cNvGrpSpPr/>
            <p:nvPr/>
          </p:nvGrpSpPr>
          <p:grpSpPr>
            <a:xfrm>
              <a:off x="8051978" y="4744266"/>
              <a:ext cx="158283" cy="156216"/>
              <a:chOff x="8058597" y="4744266"/>
              <a:chExt cx="158283" cy="156216"/>
            </a:xfrm>
          </p:grpSpPr>
          <p:sp>
            <p:nvSpPr>
              <p:cNvPr id="460" name="Google Shape;460;p22">
                <a:hlinkClick r:id="" action="ppaction://hlinkshowjump?jump=firstslide"/>
              </p:cNvPr>
              <p:cNvSpPr/>
              <p:nvPr/>
            </p:nvSpPr>
            <p:spPr>
              <a:xfrm>
                <a:off x="8170770" y="4753449"/>
                <a:ext cx="26957" cy="25369"/>
              </a:xfrm>
              <a:custGeom>
                <a:avLst/>
                <a:gdLst/>
                <a:ahLst/>
                <a:cxnLst/>
                <a:rect l="l" t="t" r="r" b="b"/>
                <a:pathLst>
                  <a:path w="3326" h="3130" extrusionOk="0">
                    <a:moveTo>
                      <a:pt x="482" y="1"/>
                    </a:moveTo>
                    <a:cubicBezTo>
                      <a:pt x="280" y="1"/>
                      <a:pt x="95" y="114"/>
                      <a:pt x="1" y="293"/>
                    </a:cubicBezTo>
                    <a:lnTo>
                      <a:pt x="3322" y="3130"/>
                    </a:lnTo>
                    <a:lnTo>
                      <a:pt x="3322" y="564"/>
                    </a:lnTo>
                    <a:cubicBezTo>
                      <a:pt x="3325" y="253"/>
                      <a:pt x="3072" y="1"/>
                      <a:pt x="2761" y="1"/>
                    </a:cubicBezTo>
                    <a:cubicBezTo>
                      <a:pt x="2760" y="1"/>
                      <a:pt x="2758" y="1"/>
                      <a:pt x="2756" y="1"/>
                    </a:cubicBezTo>
                    <a:lnTo>
                      <a:pt x="497" y="1"/>
                    </a:lnTo>
                    <a:cubicBezTo>
                      <a:pt x="492" y="1"/>
                      <a:pt x="487" y="1"/>
                      <a:pt x="48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solidFill>
                    <a:srgbClr val="435D74"/>
                  </a:solidFill>
                </a:endParaRPr>
              </a:p>
            </p:txBody>
          </p:sp>
          <p:sp>
            <p:nvSpPr>
              <p:cNvPr id="461" name="Google Shape;461;p22">
                <a:hlinkClick r:id="" action="ppaction://hlinkshowjump?jump=firstslide"/>
              </p:cNvPr>
              <p:cNvSpPr/>
              <p:nvPr/>
            </p:nvSpPr>
            <p:spPr>
              <a:xfrm>
                <a:off x="8120106" y="4854105"/>
                <a:ext cx="36618" cy="46377"/>
              </a:xfrm>
              <a:custGeom>
                <a:avLst/>
                <a:gdLst/>
                <a:ahLst/>
                <a:cxnLst/>
                <a:rect l="l" t="t" r="r" b="b"/>
                <a:pathLst>
                  <a:path w="4518" h="5722" extrusionOk="0">
                    <a:moveTo>
                      <a:pt x="2822" y="1130"/>
                    </a:moveTo>
                    <a:cubicBezTo>
                      <a:pt x="3325" y="1130"/>
                      <a:pt x="3578" y="1738"/>
                      <a:pt x="3222" y="2093"/>
                    </a:cubicBezTo>
                    <a:cubicBezTo>
                      <a:pt x="3106" y="2209"/>
                      <a:pt x="2964" y="2260"/>
                      <a:pt x="2825" y="2260"/>
                    </a:cubicBezTo>
                    <a:cubicBezTo>
                      <a:pt x="2535" y="2260"/>
                      <a:pt x="2259" y="2036"/>
                      <a:pt x="2259" y="1696"/>
                    </a:cubicBezTo>
                    <a:cubicBezTo>
                      <a:pt x="2259" y="1383"/>
                      <a:pt x="2509" y="1130"/>
                      <a:pt x="2822" y="1130"/>
                    </a:cubicBezTo>
                    <a:close/>
                    <a:moveTo>
                      <a:pt x="0" y="1"/>
                    </a:moveTo>
                    <a:lnTo>
                      <a:pt x="0" y="5722"/>
                    </a:lnTo>
                    <a:lnTo>
                      <a:pt x="4517" y="5722"/>
                    </a:lnTo>
                    <a:lnTo>
                      <a:pt x="4517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solidFill>
                    <a:srgbClr val="435D74"/>
                  </a:solidFill>
                </a:endParaRPr>
              </a:p>
            </p:txBody>
          </p:sp>
          <p:sp>
            <p:nvSpPr>
              <p:cNvPr id="462" name="Google Shape;462;p22">
                <a:hlinkClick r:id="" action="ppaction://hlinkshowjump?jump=firstslide"/>
              </p:cNvPr>
              <p:cNvSpPr/>
              <p:nvPr/>
            </p:nvSpPr>
            <p:spPr>
              <a:xfrm>
                <a:off x="8128941" y="4808344"/>
                <a:ext cx="18309" cy="18309"/>
              </a:xfrm>
              <a:custGeom>
                <a:avLst/>
                <a:gdLst/>
                <a:ahLst/>
                <a:cxnLst/>
                <a:rect l="l" t="t" r="r" b="b"/>
                <a:pathLst>
                  <a:path w="2259" h="2259" extrusionOk="0">
                    <a:moveTo>
                      <a:pt x="0" y="0"/>
                    </a:moveTo>
                    <a:lnTo>
                      <a:pt x="0" y="2259"/>
                    </a:lnTo>
                    <a:lnTo>
                      <a:pt x="2259" y="2259"/>
                    </a:lnTo>
                    <a:lnTo>
                      <a:pt x="2259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solidFill>
                    <a:srgbClr val="435D74"/>
                  </a:solidFill>
                </a:endParaRPr>
              </a:p>
            </p:txBody>
          </p:sp>
          <p:sp>
            <p:nvSpPr>
              <p:cNvPr id="463" name="Google Shape;463;p22">
                <a:hlinkClick r:id="" action="ppaction://hlinkshowjump?jump=firstslide"/>
              </p:cNvPr>
              <p:cNvSpPr/>
              <p:nvPr/>
            </p:nvSpPr>
            <p:spPr>
              <a:xfrm>
                <a:off x="8058597" y="4744266"/>
                <a:ext cx="158283" cy="77103"/>
              </a:xfrm>
              <a:custGeom>
                <a:avLst/>
                <a:gdLst/>
                <a:ahLst/>
                <a:cxnLst/>
                <a:rect l="l" t="t" r="r" b="b"/>
                <a:pathLst>
                  <a:path w="19529" h="9513" extrusionOk="0">
                    <a:moveTo>
                      <a:pt x="9821" y="0"/>
                    </a:moveTo>
                    <a:cubicBezTo>
                      <a:pt x="9559" y="0"/>
                      <a:pt x="9297" y="92"/>
                      <a:pt x="9086" y="276"/>
                    </a:cubicBezTo>
                    <a:lnTo>
                      <a:pt x="531" y="7521"/>
                    </a:lnTo>
                    <a:cubicBezTo>
                      <a:pt x="61" y="7921"/>
                      <a:pt x="1" y="8626"/>
                      <a:pt x="395" y="9099"/>
                    </a:cubicBezTo>
                    <a:cubicBezTo>
                      <a:pt x="620" y="9369"/>
                      <a:pt x="942" y="9508"/>
                      <a:pt x="1266" y="9508"/>
                    </a:cubicBezTo>
                    <a:cubicBezTo>
                      <a:pt x="1525" y="9508"/>
                      <a:pt x="1785" y="9419"/>
                      <a:pt x="1997" y="9237"/>
                    </a:cubicBezTo>
                    <a:lnTo>
                      <a:pt x="9821" y="2622"/>
                    </a:lnTo>
                    <a:lnTo>
                      <a:pt x="17544" y="9240"/>
                    </a:lnTo>
                    <a:cubicBezTo>
                      <a:pt x="17759" y="9425"/>
                      <a:pt x="18019" y="9513"/>
                      <a:pt x="18278" y="9513"/>
                    </a:cubicBezTo>
                    <a:cubicBezTo>
                      <a:pt x="18661" y="9513"/>
                      <a:pt x="19039" y="9318"/>
                      <a:pt x="19252" y="8954"/>
                    </a:cubicBezTo>
                    <a:cubicBezTo>
                      <a:pt x="19529" y="8482"/>
                      <a:pt x="19430" y="7879"/>
                      <a:pt x="19014" y="7524"/>
                    </a:cubicBezTo>
                    <a:lnTo>
                      <a:pt x="10555" y="276"/>
                    </a:lnTo>
                    <a:cubicBezTo>
                      <a:pt x="10345" y="92"/>
                      <a:pt x="10083" y="0"/>
                      <a:pt x="982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solidFill>
                    <a:srgbClr val="435D74"/>
                  </a:solidFill>
                </a:endParaRPr>
              </a:p>
            </p:txBody>
          </p:sp>
          <p:sp>
            <p:nvSpPr>
              <p:cNvPr id="464" name="Google Shape;464;p22">
                <a:hlinkClick r:id="" action="ppaction://hlinkshowjump?jump=firstslide"/>
              </p:cNvPr>
              <p:cNvSpPr/>
              <p:nvPr/>
            </p:nvSpPr>
            <p:spPr>
              <a:xfrm>
                <a:off x="8077733" y="4777545"/>
                <a:ext cx="119889" cy="122937"/>
              </a:xfrm>
              <a:custGeom>
                <a:avLst/>
                <a:gdLst/>
                <a:ahLst/>
                <a:cxnLst/>
                <a:rect l="l" t="t" r="r" b="b"/>
                <a:pathLst>
                  <a:path w="14792" h="15168" extrusionOk="0">
                    <a:moveTo>
                      <a:pt x="9143" y="2671"/>
                    </a:moveTo>
                    <a:cubicBezTo>
                      <a:pt x="9453" y="2671"/>
                      <a:pt x="9706" y="2924"/>
                      <a:pt x="9706" y="3237"/>
                    </a:cubicBezTo>
                    <a:lnTo>
                      <a:pt x="9706" y="6625"/>
                    </a:lnTo>
                    <a:cubicBezTo>
                      <a:pt x="9706" y="6935"/>
                      <a:pt x="9453" y="7188"/>
                      <a:pt x="9143" y="7188"/>
                    </a:cubicBezTo>
                    <a:lnTo>
                      <a:pt x="5755" y="7188"/>
                    </a:lnTo>
                    <a:cubicBezTo>
                      <a:pt x="5442" y="7188"/>
                      <a:pt x="5189" y="6935"/>
                      <a:pt x="5189" y="6625"/>
                    </a:cubicBezTo>
                    <a:lnTo>
                      <a:pt x="5189" y="3237"/>
                    </a:lnTo>
                    <a:cubicBezTo>
                      <a:pt x="5189" y="2924"/>
                      <a:pt x="5442" y="2671"/>
                      <a:pt x="5755" y="2671"/>
                    </a:cubicBezTo>
                    <a:close/>
                    <a:moveTo>
                      <a:pt x="7448" y="0"/>
                    </a:moveTo>
                    <a:lnTo>
                      <a:pt x="4" y="6291"/>
                    </a:lnTo>
                    <a:lnTo>
                      <a:pt x="4" y="14605"/>
                    </a:lnTo>
                    <a:cubicBezTo>
                      <a:pt x="1" y="14913"/>
                      <a:pt x="254" y="15168"/>
                      <a:pt x="564" y="15168"/>
                    </a:cubicBezTo>
                    <a:cubicBezTo>
                      <a:pt x="566" y="15168"/>
                      <a:pt x="568" y="15168"/>
                      <a:pt x="570" y="15168"/>
                    </a:cubicBezTo>
                    <a:lnTo>
                      <a:pt x="4060" y="15168"/>
                    </a:lnTo>
                    <a:lnTo>
                      <a:pt x="4060" y="8883"/>
                    </a:lnTo>
                    <a:cubicBezTo>
                      <a:pt x="4060" y="8570"/>
                      <a:pt x="4313" y="8317"/>
                      <a:pt x="4626" y="8317"/>
                    </a:cubicBezTo>
                    <a:lnTo>
                      <a:pt x="10272" y="8317"/>
                    </a:lnTo>
                    <a:cubicBezTo>
                      <a:pt x="10582" y="8317"/>
                      <a:pt x="10835" y="8570"/>
                      <a:pt x="10835" y="8883"/>
                    </a:cubicBezTo>
                    <a:lnTo>
                      <a:pt x="10835" y="15168"/>
                    </a:lnTo>
                    <a:lnTo>
                      <a:pt x="14223" y="15168"/>
                    </a:lnTo>
                    <a:cubicBezTo>
                      <a:pt x="14225" y="15168"/>
                      <a:pt x="14227" y="15168"/>
                      <a:pt x="14228" y="15168"/>
                    </a:cubicBezTo>
                    <a:cubicBezTo>
                      <a:pt x="14539" y="15168"/>
                      <a:pt x="14792" y="14913"/>
                      <a:pt x="14789" y="14605"/>
                    </a:cubicBezTo>
                    <a:lnTo>
                      <a:pt x="14789" y="6291"/>
                    </a:lnTo>
                    <a:lnTo>
                      <a:pt x="7448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solidFill>
                    <a:srgbClr val="435D74"/>
                  </a:solidFill>
                </a:endParaRPr>
              </a:p>
            </p:txBody>
          </p:sp>
        </p:grpSp>
      </p:grpSp>
      <p:grpSp>
        <p:nvGrpSpPr>
          <p:cNvPr id="465" name="Google Shape;465;p22"/>
          <p:cNvGrpSpPr/>
          <p:nvPr/>
        </p:nvGrpSpPr>
        <p:grpSpPr>
          <a:xfrm>
            <a:off x="367325" y="3104925"/>
            <a:ext cx="691775" cy="691775"/>
            <a:chOff x="1323700" y="2294750"/>
            <a:chExt cx="691775" cy="691775"/>
          </a:xfrm>
        </p:grpSpPr>
        <p:sp>
          <p:nvSpPr>
            <p:cNvPr id="466" name="Google Shape;466;p22"/>
            <p:cNvSpPr/>
            <p:nvPr/>
          </p:nvSpPr>
          <p:spPr>
            <a:xfrm>
              <a:off x="1375450" y="2304250"/>
              <a:ext cx="630525" cy="630525"/>
            </a:xfrm>
            <a:custGeom>
              <a:avLst/>
              <a:gdLst/>
              <a:ahLst/>
              <a:cxnLst/>
              <a:rect l="l" t="t" r="r" b="b"/>
              <a:pathLst>
                <a:path w="25221" h="25221" extrusionOk="0">
                  <a:moveTo>
                    <a:pt x="4056" y="1"/>
                  </a:moveTo>
                  <a:lnTo>
                    <a:pt x="0" y="4056"/>
                  </a:lnTo>
                  <a:lnTo>
                    <a:pt x="8548" y="12618"/>
                  </a:lnTo>
                  <a:lnTo>
                    <a:pt x="0" y="21165"/>
                  </a:lnTo>
                  <a:lnTo>
                    <a:pt x="4056" y="25221"/>
                  </a:lnTo>
                  <a:lnTo>
                    <a:pt x="12603" y="16673"/>
                  </a:lnTo>
                  <a:lnTo>
                    <a:pt x="21165" y="25221"/>
                  </a:lnTo>
                  <a:lnTo>
                    <a:pt x="25220" y="21165"/>
                  </a:lnTo>
                  <a:lnTo>
                    <a:pt x="16673" y="12618"/>
                  </a:lnTo>
                  <a:lnTo>
                    <a:pt x="25220" y="4056"/>
                  </a:lnTo>
                  <a:lnTo>
                    <a:pt x="21165" y="1"/>
                  </a:lnTo>
                  <a:lnTo>
                    <a:pt x="12603" y="8548"/>
                  </a:lnTo>
                  <a:lnTo>
                    <a:pt x="405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67" name="Google Shape;467;p22"/>
            <p:cNvSpPr/>
            <p:nvPr/>
          </p:nvSpPr>
          <p:spPr>
            <a:xfrm>
              <a:off x="1365925" y="2294750"/>
              <a:ext cx="649550" cy="649550"/>
            </a:xfrm>
            <a:custGeom>
              <a:avLst/>
              <a:gdLst/>
              <a:ahLst/>
              <a:cxnLst/>
              <a:rect l="l" t="t" r="r" b="b"/>
              <a:pathLst>
                <a:path w="25982" h="25982" extrusionOk="0">
                  <a:moveTo>
                    <a:pt x="21546" y="747"/>
                  </a:moveTo>
                  <a:lnTo>
                    <a:pt x="25249" y="4436"/>
                  </a:lnTo>
                  <a:lnTo>
                    <a:pt x="16688" y="12984"/>
                  </a:lnTo>
                  <a:lnTo>
                    <a:pt x="25249" y="21531"/>
                  </a:lnTo>
                  <a:lnTo>
                    <a:pt x="21546" y="25235"/>
                  </a:lnTo>
                  <a:lnTo>
                    <a:pt x="12984" y="16673"/>
                  </a:lnTo>
                  <a:lnTo>
                    <a:pt x="4451" y="25235"/>
                  </a:lnTo>
                  <a:lnTo>
                    <a:pt x="747" y="21545"/>
                  </a:lnTo>
                  <a:lnTo>
                    <a:pt x="9295" y="12998"/>
                  </a:lnTo>
                  <a:lnTo>
                    <a:pt x="747" y="4436"/>
                  </a:lnTo>
                  <a:lnTo>
                    <a:pt x="4437" y="747"/>
                  </a:lnTo>
                  <a:lnTo>
                    <a:pt x="12984" y="9308"/>
                  </a:lnTo>
                  <a:lnTo>
                    <a:pt x="21546" y="747"/>
                  </a:lnTo>
                  <a:close/>
                  <a:moveTo>
                    <a:pt x="4437" y="0"/>
                  </a:moveTo>
                  <a:lnTo>
                    <a:pt x="1" y="4436"/>
                  </a:lnTo>
                  <a:lnTo>
                    <a:pt x="8562" y="12998"/>
                  </a:lnTo>
                  <a:lnTo>
                    <a:pt x="1" y="21545"/>
                  </a:lnTo>
                  <a:lnTo>
                    <a:pt x="4437" y="25981"/>
                  </a:lnTo>
                  <a:lnTo>
                    <a:pt x="12984" y="17419"/>
                  </a:lnTo>
                  <a:lnTo>
                    <a:pt x="21546" y="25981"/>
                  </a:lnTo>
                  <a:lnTo>
                    <a:pt x="25982" y="21545"/>
                  </a:lnTo>
                  <a:lnTo>
                    <a:pt x="17434" y="12998"/>
                  </a:lnTo>
                  <a:lnTo>
                    <a:pt x="25982" y="4436"/>
                  </a:lnTo>
                  <a:lnTo>
                    <a:pt x="21546" y="0"/>
                  </a:lnTo>
                  <a:lnTo>
                    <a:pt x="12984" y="8562"/>
                  </a:lnTo>
                  <a:lnTo>
                    <a:pt x="443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68" name="Google Shape;468;p22"/>
            <p:cNvSpPr/>
            <p:nvPr/>
          </p:nvSpPr>
          <p:spPr>
            <a:xfrm>
              <a:off x="1333200" y="2346500"/>
              <a:ext cx="630525" cy="630525"/>
            </a:xfrm>
            <a:custGeom>
              <a:avLst/>
              <a:gdLst/>
              <a:ahLst/>
              <a:cxnLst/>
              <a:rect l="l" t="t" r="r" b="b"/>
              <a:pathLst>
                <a:path w="25221" h="25221" extrusionOk="0">
                  <a:moveTo>
                    <a:pt x="4056" y="0"/>
                  </a:moveTo>
                  <a:lnTo>
                    <a:pt x="0" y="4056"/>
                  </a:lnTo>
                  <a:lnTo>
                    <a:pt x="8548" y="12618"/>
                  </a:lnTo>
                  <a:lnTo>
                    <a:pt x="0" y="21165"/>
                  </a:lnTo>
                  <a:lnTo>
                    <a:pt x="4056" y="25221"/>
                  </a:lnTo>
                  <a:lnTo>
                    <a:pt x="12603" y="16673"/>
                  </a:lnTo>
                  <a:lnTo>
                    <a:pt x="21165" y="25221"/>
                  </a:lnTo>
                  <a:lnTo>
                    <a:pt x="25221" y="21165"/>
                  </a:lnTo>
                  <a:lnTo>
                    <a:pt x="16673" y="12618"/>
                  </a:lnTo>
                  <a:lnTo>
                    <a:pt x="25221" y="4056"/>
                  </a:lnTo>
                  <a:lnTo>
                    <a:pt x="21165" y="0"/>
                  </a:lnTo>
                  <a:lnTo>
                    <a:pt x="12603" y="8548"/>
                  </a:lnTo>
                  <a:lnTo>
                    <a:pt x="405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69" name="Google Shape;469;p22"/>
            <p:cNvSpPr/>
            <p:nvPr/>
          </p:nvSpPr>
          <p:spPr>
            <a:xfrm>
              <a:off x="1323700" y="2337350"/>
              <a:ext cx="649525" cy="649175"/>
            </a:xfrm>
            <a:custGeom>
              <a:avLst/>
              <a:gdLst/>
              <a:ahLst/>
              <a:cxnLst/>
              <a:rect l="l" t="t" r="r" b="b"/>
              <a:pathLst>
                <a:path w="25981" h="25967" extrusionOk="0">
                  <a:moveTo>
                    <a:pt x="21531" y="733"/>
                  </a:moveTo>
                  <a:lnTo>
                    <a:pt x="25220" y="4422"/>
                  </a:lnTo>
                  <a:lnTo>
                    <a:pt x="16673" y="12984"/>
                  </a:lnTo>
                  <a:lnTo>
                    <a:pt x="25234" y="21531"/>
                  </a:lnTo>
                  <a:lnTo>
                    <a:pt x="21545" y="25221"/>
                  </a:lnTo>
                  <a:lnTo>
                    <a:pt x="12983" y="16673"/>
                  </a:lnTo>
                  <a:lnTo>
                    <a:pt x="4450" y="25221"/>
                  </a:lnTo>
                  <a:lnTo>
                    <a:pt x="746" y="21531"/>
                  </a:lnTo>
                  <a:lnTo>
                    <a:pt x="9294" y="12984"/>
                  </a:lnTo>
                  <a:lnTo>
                    <a:pt x="732" y="4422"/>
                  </a:lnTo>
                  <a:lnTo>
                    <a:pt x="4436" y="747"/>
                  </a:lnTo>
                  <a:lnTo>
                    <a:pt x="12983" y="9294"/>
                  </a:lnTo>
                  <a:lnTo>
                    <a:pt x="21531" y="733"/>
                  </a:lnTo>
                  <a:close/>
                  <a:moveTo>
                    <a:pt x="4436" y="0"/>
                  </a:moveTo>
                  <a:lnTo>
                    <a:pt x="0" y="4422"/>
                  </a:lnTo>
                  <a:lnTo>
                    <a:pt x="8548" y="12984"/>
                  </a:lnTo>
                  <a:lnTo>
                    <a:pt x="0" y="21531"/>
                  </a:lnTo>
                  <a:lnTo>
                    <a:pt x="4436" y="25967"/>
                  </a:lnTo>
                  <a:lnTo>
                    <a:pt x="12983" y="17419"/>
                  </a:lnTo>
                  <a:lnTo>
                    <a:pt x="21545" y="25967"/>
                  </a:lnTo>
                  <a:lnTo>
                    <a:pt x="25981" y="21531"/>
                  </a:lnTo>
                  <a:lnTo>
                    <a:pt x="17433" y="12984"/>
                  </a:lnTo>
                  <a:lnTo>
                    <a:pt x="25967" y="4422"/>
                  </a:lnTo>
                  <a:lnTo>
                    <a:pt x="21545" y="0"/>
                  </a:lnTo>
                  <a:lnTo>
                    <a:pt x="12983" y="8548"/>
                  </a:lnTo>
                  <a:lnTo>
                    <a:pt x="443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pic>
        <p:nvPicPr>
          <p:cNvPr id="470" name="Google Shape;470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25700" y="-1096825"/>
            <a:ext cx="2795599" cy="2800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"/>
              <a:buNone/>
              <a:defRPr sz="3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"/>
              <a:buNone/>
              <a:defRPr sz="3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"/>
              <a:buNone/>
              <a:defRPr sz="3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"/>
              <a:buNone/>
              <a:defRPr sz="3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"/>
              <a:buNone/>
              <a:defRPr sz="3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"/>
              <a:buNone/>
              <a:defRPr sz="3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"/>
              <a:buNone/>
              <a:defRPr sz="3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"/>
              <a:buNone/>
              <a:defRPr sz="3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"/>
              <a:buNone/>
              <a:defRPr sz="3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8" r:id="rId8"/>
    <p:sldLayoutId id="2147483660" r:id="rId9"/>
    <p:sldLayoutId id="2147483661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68" r:id="rId16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5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2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13.png"/><Relationship Id="rId9" Type="http://schemas.openxmlformats.org/officeDocument/2006/relationships/image" Target="../media/image9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14.png"/><Relationship Id="rId9" Type="http://schemas.openxmlformats.org/officeDocument/2006/relationships/image" Target="../media/image9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15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15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15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6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17.png"/><Relationship Id="rId9" Type="http://schemas.openxmlformats.org/officeDocument/2006/relationships/image" Target="../media/image9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18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8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hyperlink" Target="dbforge.dev" TargetMode="External"/><Relationship Id="rId9" Type="http://schemas.openxmlformats.org/officeDocument/2006/relationships/image" Target="../media/image9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121FDCF5-BCA1-B1BD-0630-6316152F1D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325" y="425392"/>
            <a:ext cx="485036" cy="394530"/>
          </a:xfrm>
          <a:prstGeom prst="rect">
            <a:avLst/>
          </a:prstGeom>
        </p:spPr>
      </p:pic>
      <p:sp>
        <p:nvSpPr>
          <p:cNvPr id="481" name="Google Shape;481;p26"/>
          <p:cNvSpPr txBox="1">
            <a:spLocks noGrp="1"/>
          </p:cNvSpPr>
          <p:nvPr>
            <p:ph type="ctrTitle"/>
          </p:nvPr>
        </p:nvSpPr>
        <p:spPr>
          <a:xfrm>
            <a:off x="1606030" y="976124"/>
            <a:ext cx="6350100" cy="1111572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dirty="0"/>
              <a:t>DBForge</a:t>
            </a:r>
            <a:endParaRPr dirty="0">
              <a:solidFill>
                <a:schemeClr val="dk2"/>
              </a:solidFill>
            </a:endParaRPr>
          </a:p>
        </p:txBody>
      </p:sp>
      <p:sp>
        <p:nvSpPr>
          <p:cNvPr id="482" name="Google Shape;482;p26"/>
          <p:cNvSpPr txBox="1">
            <a:spLocks noGrp="1"/>
          </p:cNvSpPr>
          <p:nvPr>
            <p:ph type="subTitle" idx="1"/>
          </p:nvPr>
        </p:nvSpPr>
        <p:spPr>
          <a:xfrm>
            <a:off x="2403469" y="2487665"/>
            <a:ext cx="45288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bg-BG" dirty="0"/>
              <a:t>Облачна платформа за бази данни с </a:t>
            </a:r>
            <a:r>
              <a:rPr lang="en-US" dirty="0"/>
              <a:t>API </a:t>
            </a:r>
            <a:r>
              <a:rPr lang="bg-BG" dirty="0"/>
              <a:t>ключове и универсален </a:t>
            </a:r>
            <a:r>
              <a:rPr lang="en-US" dirty="0"/>
              <a:t>SDK</a:t>
            </a:r>
          </a:p>
        </p:txBody>
      </p:sp>
      <p:sp>
        <p:nvSpPr>
          <p:cNvPr id="2" name="Google Shape;482;p26">
            <a:extLst>
              <a:ext uri="{FF2B5EF4-FFF2-40B4-BE49-F238E27FC236}">
                <a16:creationId xmlns:a16="http://schemas.microsoft.com/office/drawing/2014/main" id="{3C2CC514-1C37-9D52-454C-1F321345A85D}"/>
              </a:ext>
            </a:extLst>
          </p:cNvPr>
          <p:cNvSpPr txBox="1">
            <a:spLocks/>
          </p:cNvSpPr>
          <p:nvPr/>
        </p:nvSpPr>
        <p:spPr>
          <a:xfrm>
            <a:off x="2037832" y="4167376"/>
            <a:ext cx="5260074" cy="47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6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marL="0" indent="0"/>
            <a:r>
              <a:rPr lang="bg-BG" dirty="0">
                <a:solidFill>
                  <a:schemeClr val="tx1"/>
                </a:solidFill>
              </a:rPr>
              <a:t>Екип: Веселин Боянов и Борис Милев – 11 клас</a:t>
            </a:r>
          </a:p>
        </p:txBody>
      </p:sp>
      <p:pic>
        <p:nvPicPr>
          <p:cNvPr id="3" name="Picture 2" descr="A black and red logo&#10;&#10;AI-generated content may be incorrect.">
            <a:extLst>
              <a:ext uri="{FF2B5EF4-FFF2-40B4-BE49-F238E27FC236}">
                <a16:creationId xmlns:a16="http://schemas.microsoft.com/office/drawing/2014/main" id="{4E9AD4F4-DE83-AFEC-C842-AD147B2D2F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37832" y="1137380"/>
            <a:ext cx="789060" cy="78906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A8E70971-F2BA-4FF0-8F53-615607BB895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50000"/>
          <a:stretch>
            <a:fillRect/>
          </a:stretch>
        </p:blipFill>
        <p:spPr>
          <a:xfrm>
            <a:off x="889000" y="4718108"/>
            <a:ext cx="1270800" cy="196372"/>
          </a:xfrm>
          <a:prstGeom prst="rect">
            <a:avLst/>
          </a:prstGeom>
        </p:spPr>
      </p:pic>
      <p:sp>
        <p:nvSpPr>
          <p:cNvPr id="18" name="Right Arrow 17">
            <a:extLst>
              <a:ext uri="{FF2B5EF4-FFF2-40B4-BE49-F238E27FC236}">
                <a16:creationId xmlns:a16="http://schemas.microsoft.com/office/drawing/2014/main" id="{46FCE577-D165-38B4-4911-1BF46CA94956}"/>
              </a:ext>
            </a:extLst>
          </p:cNvPr>
          <p:cNvSpPr/>
          <p:nvPr/>
        </p:nvSpPr>
        <p:spPr>
          <a:xfrm>
            <a:off x="889000" y="4718108"/>
            <a:ext cx="540000" cy="196248"/>
          </a:xfrm>
          <a:prstGeom prst="rightArrow">
            <a:avLst>
              <a:gd name="adj1" fmla="val 50000"/>
              <a:gd name="adj2" fmla="val 101255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45B1E639-FA13-DF9F-7AA7-E7000EDE3B8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43098" y="4718107"/>
            <a:ext cx="177492" cy="196247"/>
          </a:xfrm>
          <a:prstGeom prst="rect">
            <a:avLst/>
          </a:prstGeom>
        </p:spPr>
      </p:pic>
      <p:pic>
        <p:nvPicPr>
          <p:cNvPr id="21" name="Graphic 20" descr="Question Mark with solid fill">
            <a:extLst>
              <a:ext uri="{FF2B5EF4-FFF2-40B4-BE49-F238E27FC236}">
                <a16:creationId xmlns:a16="http://schemas.microsoft.com/office/drawing/2014/main" id="{CC9F39FF-8FCB-9581-C418-CA7E0B7E3B8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043098" y="4729703"/>
            <a:ext cx="173054" cy="17305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ight Arrow Callout 22">
            <a:extLst>
              <a:ext uri="{FF2B5EF4-FFF2-40B4-BE49-F238E27FC236}">
                <a16:creationId xmlns:a16="http://schemas.microsoft.com/office/drawing/2014/main" id="{8876D1FD-2086-DED6-553D-57CFD5D158F4}"/>
              </a:ext>
            </a:extLst>
          </p:cNvPr>
          <p:cNvSpPr/>
          <p:nvPr/>
        </p:nvSpPr>
        <p:spPr>
          <a:xfrm>
            <a:off x="1170432" y="1514361"/>
            <a:ext cx="4631340" cy="2139696"/>
          </a:xfrm>
          <a:prstGeom prst="rightArrowCallout">
            <a:avLst>
              <a:gd name="adj1" fmla="val 13889"/>
              <a:gd name="adj2" fmla="val 23291"/>
              <a:gd name="adj3" fmla="val 34401"/>
              <a:gd name="adj4" fmla="val 73351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DE0EA52-C272-C52E-270B-D9FC3A69D3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325" y="425392"/>
            <a:ext cx="485036" cy="394530"/>
          </a:xfrm>
          <a:prstGeom prst="rect">
            <a:avLst/>
          </a:prstGeom>
        </p:spPr>
      </p:pic>
      <p:sp>
        <p:nvSpPr>
          <p:cNvPr id="514" name="Google Shape;514;p29"/>
          <p:cNvSpPr txBox="1">
            <a:spLocks noGrp="1"/>
          </p:cNvSpPr>
          <p:nvPr>
            <p:ph type="title"/>
          </p:nvPr>
        </p:nvSpPr>
        <p:spPr>
          <a:xfrm>
            <a:off x="577410" y="224973"/>
            <a:ext cx="3364200" cy="728666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bg-BG" dirty="0"/>
              <a:t>Проблем</a:t>
            </a:r>
            <a:endParaRPr dirty="0"/>
          </a:p>
        </p:txBody>
      </p:sp>
      <p:sp>
        <p:nvSpPr>
          <p:cNvPr id="2" name="Subtitle 1">
            <a:extLst>
              <a:ext uri="{FF2B5EF4-FFF2-40B4-BE49-F238E27FC236}">
                <a16:creationId xmlns:a16="http://schemas.microsoft.com/office/drawing/2014/main" id="{8FCE040F-4B6A-0581-84D5-934D71757440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-454348" y="1831593"/>
            <a:ext cx="6256120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1600" dirty="0">
                <a:solidFill>
                  <a:schemeClr val="tx1"/>
                </a:solidFill>
                <a:latin typeface="Arial" panose="020B0604020202020204" pitchFamily="34" charset="0"/>
              </a:rPr>
              <a:t>		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Трудни инсталации!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1600" dirty="0">
                <a:solidFill>
                  <a:schemeClr val="tx1"/>
                </a:solidFill>
                <a:latin typeface="Arial" panose="020B0604020202020204" pitchFamily="34" charset="0"/>
              </a:rPr>
              <a:t>			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Arial" panose="020B0604020202020204" pitchFamily="34" charset="0"/>
              </a:rPr>
              <a:t>Грешки с портове!</a:t>
            </a:r>
          </a:p>
          <a:p>
            <a:pPr marL="1828800" lvl="4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Несъвместими драйвери!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1600" dirty="0">
                <a:solidFill>
                  <a:schemeClr val="tx1"/>
                </a:solidFill>
                <a:latin typeface="Arial" panose="020B0604020202020204" pitchFamily="34" charset="0"/>
              </a:rPr>
              <a:t>			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Arial" panose="020B0604020202020204" pitchFamily="34" charset="0"/>
              </a:rPr>
              <a:t>Проблеми с Docker!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1600" dirty="0">
                <a:solidFill>
                  <a:schemeClr val="tx1"/>
                </a:solidFill>
                <a:latin typeface="Arial" panose="020B0604020202020204" pitchFamily="34" charset="0"/>
              </a:rPr>
              <a:t>		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Различни конфигурации!</a:t>
            </a:r>
            <a:r>
              <a:rPr lang="en-US" altLang="en-US" sz="1600" dirty="0">
                <a:solidFill>
                  <a:schemeClr val="tx1"/>
                </a:solidFill>
                <a:latin typeface="Arial" panose="020B0604020202020204" pitchFamily="34" charset="0"/>
              </a:rPr>
              <a:t>	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Arial" panose="020B0604020202020204" pitchFamily="34" charset="0"/>
              </a:rPr>
              <a:t>			Трудно свързване!</a:t>
            </a:r>
          </a:p>
        </p:txBody>
      </p:sp>
      <p:sp>
        <p:nvSpPr>
          <p:cNvPr id="11" name="Subtitle 1">
            <a:extLst>
              <a:ext uri="{FF2B5EF4-FFF2-40B4-BE49-F238E27FC236}">
                <a16:creationId xmlns:a16="http://schemas.microsoft.com/office/drawing/2014/main" id="{D0E4159C-FF2F-DF8B-D5D4-1D79FDCC8C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7410" y="903312"/>
            <a:ext cx="4046301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spcFirstLastPara="1"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bg-BG" sz="1600" dirty="0"/>
              <a:t>Разработчиците губят часове заради:</a:t>
            </a:r>
            <a:endParaRPr lang="en-US" sz="1600" dirty="0"/>
          </a:p>
        </p:txBody>
      </p:sp>
      <p:pic>
        <p:nvPicPr>
          <p:cNvPr id="12" name="Picture 11" descr="A black and red logo&#10;&#10;AI-generated content may be incorrect.">
            <a:extLst>
              <a:ext uri="{FF2B5EF4-FFF2-40B4-BE49-F238E27FC236}">
                <a16:creationId xmlns:a16="http://schemas.microsoft.com/office/drawing/2014/main" id="{02EE65E0-AB54-7579-5805-765196275B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" y="4586463"/>
            <a:ext cx="394530" cy="39453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0C65DD87-E647-F75C-8670-80D435A72A3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50000"/>
          <a:stretch>
            <a:fillRect/>
          </a:stretch>
        </p:blipFill>
        <p:spPr>
          <a:xfrm>
            <a:off x="889000" y="4718108"/>
            <a:ext cx="1270000" cy="196248"/>
          </a:xfrm>
          <a:prstGeom prst="rect">
            <a:avLst/>
          </a:prstGeom>
        </p:spPr>
      </p:pic>
      <p:sp>
        <p:nvSpPr>
          <p:cNvPr id="18" name="Right Arrow 17">
            <a:extLst>
              <a:ext uri="{FF2B5EF4-FFF2-40B4-BE49-F238E27FC236}">
                <a16:creationId xmlns:a16="http://schemas.microsoft.com/office/drawing/2014/main" id="{3DF93B34-E908-048B-8F81-F430A205CE29}"/>
              </a:ext>
            </a:extLst>
          </p:cNvPr>
          <p:cNvSpPr/>
          <p:nvPr/>
        </p:nvSpPr>
        <p:spPr>
          <a:xfrm>
            <a:off x="889000" y="4718108"/>
            <a:ext cx="1080000" cy="196248"/>
          </a:xfrm>
          <a:prstGeom prst="rightArrow">
            <a:avLst>
              <a:gd name="adj1" fmla="val 50000"/>
              <a:gd name="adj2" fmla="val 101255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1FE47529-E069-18F1-7265-0E7DECC94ED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43098" y="4718107"/>
            <a:ext cx="177492" cy="196247"/>
          </a:xfrm>
          <a:prstGeom prst="rect">
            <a:avLst/>
          </a:prstGeom>
        </p:spPr>
      </p:pic>
      <p:pic>
        <p:nvPicPr>
          <p:cNvPr id="20" name="Graphic 19" descr="Question Mark with solid fill">
            <a:extLst>
              <a:ext uri="{FF2B5EF4-FFF2-40B4-BE49-F238E27FC236}">
                <a16:creationId xmlns:a16="http://schemas.microsoft.com/office/drawing/2014/main" id="{ED0D6BF2-6AAE-AB50-6210-A11DD150E49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043098" y="4729703"/>
            <a:ext cx="173054" cy="173054"/>
          </a:xfrm>
          <a:prstGeom prst="rect">
            <a:avLst/>
          </a:prstGeom>
        </p:spPr>
      </p:pic>
      <p:pic>
        <p:nvPicPr>
          <p:cNvPr id="27" name="Picture 26" descr="A white x on a black background&#10;&#10;AI-generated content may be incorrect.">
            <a:extLst>
              <a:ext uri="{FF2B5EF4-FFF2-40B4-BE49-F238E27FC236}">
                <a16:creationId xmlns:a16="http://schemas.microsoft.com/office/drawing/2014/main" id="{77F8C009-39F2-F8EB-CBC3-C4BE548224D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46326" y="1927619"/>
            <a:ext cx="1313180" cy="13131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2EFA24E7-CC49-4C7F-3D7F-4A0315B08BE5}"/>
              </a:ext>
            </a:extLst>
          </p:cNvPr>
          <p:cNvSpPr/>
          <p:nvPr/>
        </p:nvSpPr>
        <p:spPr>
          <a:xfrm>
            <a:off x="1367246" y="1347168"/>
            <a:ext cx="6714116" cy="271996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9" name="Google Shape;539;p31"/>
          <p:cNvSpPr txBox="1">
            <a:spLocks noGrp="1"/>
          </p:cNvSpPr>
          <p:nvPr>
            <p:ph type="title"/>
          </p:nvPr>
        </p:nvSpPr>
        <p:spPr>
          <a:xfrm>
            <a:off x="489406" y="228311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bg-BG" dirty="0"/>
              <a:t>Решение</a:t>
            </a:r>
            <a:endParaRPr dirty="0"/>
          </a:p>
        </p:txBody>
      </p:sp>
      <p:sp>
        <p:nvSpPr>
          <p:cNvPr id="541" name="Google Shape;541;p31"/>
          <p:cNvSpPr txBox="1">
            <a:spLocks noGrp="1"/>
          </p:cNvSpPr>
          <p:nvPr>
            <p:ph type="subTitle" idx="2"/>
          </p:nvPr>
        </p:nvSpPr>
        <p:spPr>
          <a:xfrm>
            <a:off x="2440821" y="2121358"/>
            <a:ext cx="5850168" cy="204244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23850" indent="-171450" algn="l">
              <a:buFont typeface="Arial" panose="020B0604020202020204" pitchFamily="34" charset="0"/>
              <a:buChar char="•"/>
            </a:pPr>
            <a:r>
              <a:rPr lang="bg-BG" dirty="0"/>
              <a:t>Мгновено стартиране на бази данни в </a:t>
            </a:r>
            <a:r>
              <a:rPr lang="en-US" dirty="0"/>
              <a:t>Docker</a:t>
            </a:r>
          </a:p>
          <a:p>
            <a:pPr marL="323850" indent="-171450" algn="l">
              <a:buFont typeface="Arial" panose="020B0604020202020204" pitchFamily="34" charset="0"/>
              <a:buChar char="•"/>
            </a:pPr>
            <a:r>
              <a:rPr lang="bg-BG" dirty="0"/>
              <a:t>Уникален </a:t>
            </a:r>
            <a:r>
              <a:rPr lang="en-US" dirty="0"/>
              <a:t>API </a:t>
            </a:r>
            <a:r>
              <a:rPr lang="bg-BG" dirty="0"/>
              <a:t>ключ за всяка база</a:t>
            </a:r>
            <a:endParaRPr lang="en-US" dirty="0"/>
          </a:p>
          <a:p>
            <a:pPr marL="323850" indent="-171450" algn="l">
              <a:buFont typeface="Arial" panose="020B0604020202020204" pitchFamily="34" charset="0"/>
              <a:buChar char="•"/>
            </a:pPr>
            <a:r>
              <a:rPr lang="bg-BG" dirty="0"/>
              <a:t>Унифициран </a:t>
            </a:r>
            <a:r>
              <a:rPr lang="en-US" dirty="0"/>
              <a:t>SDK </a:t>
            </a:r>
            <a:r>
              <a:rPr lang="bg-BG" dirty="0"/>
              <a:t>за </a:t>
            </a:r>
            <a:r>
              <a:rPr lang="en-US" dirty="0"/>
              <a:t>JavaScript/TypeScript </a:t>
            </a:r>
            <a:r>
              <a:rPr lang="bg-BG" dirty="0"/>
              <a:t>и </a:t>
            </a:r>
            <a:r>
              <a:rPr lang="en-US" dirty="0"/>
              <a:t>Python</a:t>
            </a:r>
          </a:p>
          <a:p>
            <a:pPr marL="323850" indent="-171450" algn="l">
              <a:buFont typeface="Arial" panose="020B0604020202020204" pitchFamily="34" charset="0"/>
              <a:buChar char="•"/>
            </a:pPr>
            <a:r>
              <a:rPr lang="bg-BG" dirty="0"/>
              <a:t>Няма драйвери, няма настройки, няма инсталации</a:t>
            </a:r>
            <a:endParaRPr lang="en-US" dirty="0"/>
          </a:p>
          <a:p>
            <a:pPr marL="323850" indent="-171450" algn="l">
              <a:buFont typeface="Arial" panose="020B0604020202020204" pitchFamily="34" charset="0"/>
              <a:buChar char="•"/>
            </a:pPr>
            <a:r>
              <a:rPr lang="bg-BG" dirty="0"/>
              <a:t>Уеб интерфейс за писане на заявки</a:t>
            </a:r>
            <a:endParaRPr lang="en-US" dirty="0"/>
          </a:p>
          <a:p>
            <a:pPr marL="323850" indent="-171450" algn="l">
              <a:buFont typeface="Arial" panose="020B0604020202020204" pitchFamily="34" charset="0"/>
              <a:buChar char="•"/>
            </a:pPr>
            <a:r>
              <a:rPr lang="bg-BG" dirty="0"/>
              <a:t>Напълно </a:t>
            </a:r>
            <a:r>
              <a:rPr lang="en-US" dirty="0"/>
              <a:t>REST API-</a:t>
            </a:r>
            <a:r>
              <a:rPr lang="bg-BG" dirty="0"/>
              <a:t>базиран достъп</a:t>
            </a:r>
          </a:p>
        </p:txBody>
      </p:sp>
      <p:sp>
        <p:nvSpPr>
          <p:cNvPr id="553" name="Google Shape;553;p31"/>
          <p:cNvSpPr/>
          <p:nvPr/>
        </p:nvSpPr>
        <p:spPr>
          <a:xfrm rot="10800000">
            <a:off x="7842814" y="3830604"/>
            <a:ext cx="448175" cy="448175"/>
          </a:xfrm>
          <a:custGeom>
            <a:avLst/>
            <a:gdLst/>
            <a:ahLst/>
            <a:cxnLst/>
            <a:rect l="l" t="t" r="r" b="b"/>
            <a:pathLst>
              <a:path w="17927" h="17927" extrusionOk="0">
                <a:moveTo>
                  <a:pt x="1" y="0"/>
                </a:moveTo>
                <a:lnTo>
                  <a:pt x="1" y="5985"/>
                </a:lnTo>
                <a:lnTo>
                  <a:pt x="1" y="17926"/>
                </a:lnTo>
                <a:lnTo>
                  <a:pt x="5986" y="17926"/>
                </a:lnTo>
                <a:lnTo>
                  <a:pt x="5986" y="5985"/>
                </a:lnTo>
                <a:lnTo>
                  <a:pt x="17927" y="5985"/>
                </a:lnTo>
                <a:lnTo>
                  <a:pt x="17927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" name="Google Shape;541;p31">
            <a:extLst>
              <a:ext uri="{FF2B5EF4-FFF2-40B4-BE49-F238E27FC236}">
                <a16:creationId xmlns:a16="http://schemas.microsoft.com/office/drawing/2014/main" id="{34F6D1EB-CB7D-F612-5B0F-04791CCFE066}"/>
              </a:ext>
            </a:extLst>
          </p:cNvPr>
          <p:cNvSpPr txBox="1">
            <a:spLocks/>
          </p:cNvSpPr>
          <p:nvPr/>
        </p:nvSpPr>
        <p:spPr>
          <a:xfrm>
            <a:off x="1518076" y="1526231"/>
            <a:ext cx="5850168" cy="4801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r>
              <a:rPr lang="en-US" sz="1800" dirty="0"/>
              <a:t>DBForge </a:t>
            </a:r>
            <a:r>
              <a:rPr lang="bg-BG" sz="1800" dirty="0"/>
              <a:t>предлага:</a:t>
            </a:r>
          </a:p>
        </p:txBody>
      </p:sp>
      <p:pic>
        <p:nvPicPr>
          <p:cNvPr id="8" name="Picture 7" descr="A black and red logo&#10;&#10;AI-generated content may be incorrect.">
            <a:extLst>
              <a:ext uri="{FF2B5EF4-FFF2-40B4-BE49-F238E27FC236}">
                <a16:creationId xmlns:a16="http://schemas.microsoft.com/office/drawing/2014/main" id="{1D19583D-BD4F-41EC-248A-6C1F88C9CB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4586463"/>
            <a:ext cx="394530" cy="394530"/>
          </a:xfrm>
          <a:prstGeom prst="rect">
            <a:avLst/>
          </a:prstGeom>
        </p:spPr>
      </p:pic>
      <p:pic>
        <p:nvPicPr>
          <p:cNvPr id="10" name="Picture 9" descr="A light bulb with rays of light&#10;&#10;AI-generated content may be incorrect.">
            <a:extLst>
              <a:ext uri="{FF2B5EF4-FFF2-40B4-BE49-F238E27FC236}">
                <a16:creationId xmlns:a16="http://schemas.microsoft.com/office/drawing/2014/main" id="{ACC8F7CA-D9BD-E16E-9E6A-009A46EDEA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71555" y="1610831"/>
            <a:ext cx="395549" cy="395549"/>
          </a:xfrm>
          <a:prstGeom prst="rect">
            <a:avLst/>
          </a:prstGeom>
        </p:spPr>
      </p:pic>
      <p:sp>
        <p:nvSpPr>
          <p:cNvPr id="12" name="Google Shape;553;p31">
            <a:extLst>
              <a:ext uri="{FF2B5EF4-FFF2-40B4-BE49-F238E27FC236}">
                <a16:creationId xmlns:a16="http://schemas.microsoft.com/office/drawing/2014/main" id="{8E397528-D9C6-3454-B680-F6E546E51492}"/>
              </a:ext>
            </a:extLst>
          </p:cNvPr>
          <p:cNvSpPr/>
          <p:nvPr/>
        </p:nvSpPr>
        <p:spPr>
          <a:xfrm>
            <a:off x="1157619" y="1143647"/>
            <a:ext cx="448175" cy="448175"/>
          </a:xfrm>
          <a:custGeom>
            <a:avLst/>
            <a:gdLst/>
            <a:ahLst/>
            <a:cxnLst/>
            <a:rect l="l" t="t" r="r" b="b"/>
            <a:pathLst>
              <a:path w="17927" h="17927" extrusionOk="0">
                <a:moveTo>
                  <a:pt x="1" y="0"/>
                </a:moveTo>
                <a:lnTo>
                  <a:pt x="1" y="5985"/>
                </a:lnTo>
                <a:lnTo>
                  <a:pt x="1" y="17926"/>
                </a:lnTo>
                <a:lnTo>
                  <a:pt x="5986" y="17926"/>
                </a:lnTo>
                <a:lnTo>
                  <a:pt x="5986" y="5985"/>
                </a:lnTo>
                <a:lnTo>
                  <a:pt x="17927" y="5985"/>
                </a:lnTo>
                <a:lnTo>
                  <a:pt x="17927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64DDB05-7F99-0275-5CD0-326D84ACF1B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50000"/>
          <a:stretch>
            <a:fillRect/>
          </a:stretch>
        </p:blipFill>
        <p:spPr>
          <a:xfrm>
            <a:off x="889000" y="4718108"/>
            <a:ext cx="1270000" cy="196248"/>
          </a:xfrm>
          <a:prstGeom prst="rect">
            <a:avLst/>
          </a:prstGeom>
        </p:spPr>
      </p:pic>
      <p:sp>
        <p:nvSpPr>
          <p:cNvPr id="14" name="Right Arrow 13">
            <a:extLst>
              <a:ext uri="{FF2B5EF4-FFF2-40B4-BE49-F238E27FC236}">
                <a16:creationId xmlns:a16="http://schemas.microsoft.com/office/drawing/2014/main" id="{C1616A1A-716B-66D7-7A00-3AFBB9EF5F4E}"/>
              </a:ext>
            </a:extLst>
          </p:cNvPr>
          <p:cNvSpPr/>
          <p:nvPr/>
        </p:nvSpPr>
        <p:spPr>
          <a:xfrm>
            <a:off x="889000" y="4718108"/>
            <a:ext cx="1620000" cy="196248"/>
          </a:xfrm>
          <a:prstGeom prst="rightArrow">
            <a:avLst>
              <a:gd name="adj1" fmla="val 50000"/>
              <a:gd name="adj2" fmla="val 101255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3C5649CB-B664-E136-8C2C-18B035B2783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43098" y="4718107"/>
            <a:ext cx="177492" cy="196247"/>
          </a:xfrm>
          <a:prstGeom prst="rect">
            <a:avLst/>
          </a:prstGeom>
        </p:spPr>
      </p:pic>
      <p:pic>
        <p:nvPicPr>
          <p:cNvPr id="16" name="Graphic 15" descr="Question Mark with solid fill">
            <a:extLst>
              <a:ext uri="{FF2B5EF4-FFF2-40B4-BE49-F238E27FC236}">
                <a16:creationId xmlns:a16="http://schemas.microsoft.com/office/drawing/2014/main" id="{2FACF5E2-D31B-CF31-00B3-8F6A3990C75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043098" y="4729703"/>
            <a:ext cx="173054" cy="17305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32"/>
          <p:cNvSpPr txBox="1">
            <a:spLocks noGrp="1"/>
          </p:cNvSpPr>
          <p:nvPr>
            <p:ph type="title"/>
          </p:nvPr>
        </p:nvSpPr>
        <p:spPr>
          <a:xfrm>
            <a:off x="720000" y="436316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bg-BG" dirty="0"/>
              <a:t>Какво ни прави уникални</a:t>
            </a:r>
            <a:endParaRPr dirty="0"/>
          </a:p>
        </p:txBody>
      </p:sp>
      <p:sp>
        <p:nvSpPr>
          <p:cNvPr id="18" name="Rectangle 2">
            <a:extLst>
              <a:ext uri="{FF2B5EF4-FFF2-40B4-BE49-F238E27FC236}">
                <a16:creationId xmlns:a16="http://schemas.microsoft.com/office/drawing/2014/main" id="{8D056865-0B70-3986-CF74-5AE575546D20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2664051" y="2108331"/>
            <a:ext cx="5220018" cy="17081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</a:pPr>
            <a:r>
              <a:rPr kumimoji="0" lang="bg-BG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API-базирани бази данни (не драйвери)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</a:pPr>
            <a:r>
              <a:rPr kumimoji="0" lang="bg-BG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Унифициран SDK за много езици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</a:pPr>
            <a:r>
              <a:rPr kumimoji="0" lang="bg-BG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Генериране на API ключове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</a:pPr>
            <a:r>
              <a:rPr kumimoji="0" lang="bg-BG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Автоматични Docker контейнери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</a:pPr>
            <a:r>
              <a:rPr kumimoji="0" lang="bg-BG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Автоматичен избор на свободни портове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</a:pPr>
            <a:r>
              <a:rPr kumimoji="0" lang="bg-BG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Сигурна и изолирана среда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</a:pPr>
            <a:r>
              <a:rPr kumimoji="0" lang="bg-BG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Модерен UI за работа в браузър</a:t>
            </a:r>
          </a:p>
        </p:txBody>
      </p:sp>
      <p:pic>
        <p:nvPicPr>
          <p:cNvPr id="9" name="Picture 8" descr="A white mouse cursor pointing to a globe&#10;&#10;AI-generated content may be incorrect.">
            <a:extLst>
              <a:ext uri="{FF2B5EF4-FFF2-40B4-BE49-F238E27FC236}">
                <a16:creationId xmlns:a16="http://schemas.microsoft.com/office/drawing/2014/main" id="{3C072158-C5B3-1396-6DDC-67724C1B0D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1399" y="2108331"/>
            <a:ext cx="825500" cy="889000"/>
          </a:xfrm>
          <a:prstGeom prst="rect">
            <a:avLst/>
          </a:prstGeom>
        </p:spPr>
      </p:pic>
      <p:pic>
        <p:nvPicPr>
          <p:cNvPr id="11" name="Picture 10" descr="A white person icon on a black background&#10;&#10;AI-generated content may be incorrect.">
            <a:extLst>
              <a:ext uri="{FF2B5EF4-FFF2-40B4-BE49-F238E27FC236}">
                <a16:creationId xmlns:a16="http://schemas.microsoft.com/office/drawing/2014/main" id="{93D1E1DC-E6E6-AF54-B8FF-86CFEB9DC2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73115" y="2927491"/>
            <a:ext cx="823784" cy="889000"/>
          </a:xfrm>
          <a:prstGeom prst="rect">
            <a:avLst/>
          </a:prstGeom>
        </p:spPr>
      </p:pic>
      <p:pic>
        <p:nvPicPr>
          <p:cNvPr id="12" name="Picture 11" descr="A black and red logo&#10;&#10;AI-generated content may be incorrect.">
            <a:extLst>
              <a:ext uri="{FF2B5EF4-FFF2-40B4-BE49-F238E27FC236}">
                <a16:creationId xmlns:a16="http://schemas.microsoft.com/office/drawing/2014/main" id="{66D72064-C06F-2EA9-31E8-3064224E7F1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" y="4586463"/>
            <a:ext cx="394530" cy="39453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4583611-CA90-D8B4-54E0-AA5601839C64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b="50000"/>
          <a:stretch>
            <a:fillRect/>
          </a:stretch>
        </p:blipFill>
        <p:spPr>
          <a:xfrm>
            <a:off x="889000" y="4718108"/>
            <a:ext cx="1270000" cy="196248"/>
          </a:xfrm>
          <a:prstGeom prst="rect">
            <a:avLst/>
          </a:prstGeom>
        </p:spPr>
      </p:pic>
      <p:sp>
        <p:nvSpPr>
          <p:cNvPr id="14" name="Right Arrow 13">
            <a:extLst>
              <a:ext uri="{FF2B5EF4-FFF2-40B4-BE49-F238E27FC236}">
                <a16:creationId xmlns:a16="http://schemas.microsoft.com/office/drawing/2014/main" id="{E9CF5202-C14A-D16C-D8FA-FB39DDEB72A2}"/>
              </a:ext>
            </a:extLst>
          </p:cNvPr>
          <p:cNvSpPr/>
          <p:nvPr/>
        </p:nvSpPr>
        <p:spPr>
          <a:xfrm>
            <a:off x="889000" y="4718108"/>
            <a:ext cx="2160000" cy="196248"/>
          </a:xfrm>
          <a:prstGeom prst="rightArrow">
            <a:avLst>
              <a:gd name="adj1" fmla="val 50000"/>
              <a:gd name="adj2" fmla="val 101255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E4A56DE3-9421-83B5-5B52-BD85183FE6C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3098" y="4718107"/>
            <a:ext cx="177492" cy="196247"/>
          </a:xfrm>
          <a:prstGeom prst="rect">
            <a:avLst/>
          </a:prstGeom>
        </p:spPr>
      </p:pic>
      <p:pic>
        <p:nvPicPr>
          <p:cNvPr id="16" name="Graphic 15" descr="Question Mark with solid fill">
            <a:extLst>
              <a:ext uri="{FF2B5EF4-FFF2-40B4-BE49-F238E27FC236}">
                <a16:creationId xmlns:a16="http://schemas.microsoft.com/office/drawing/2014/main" id="{1A847518-381B-78F0-4D81-FCF45D570DF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043098" y="4729703"/>
            <a:ext cx="173054" cy="17305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p33"/>
          <p:cNvSpPr txBox="1">
            <a:spLocks noGrp="1"/>
          </p:cNvSpPr>
          <p:nvPr>
            <p:ph type="title"/>
          </p:nvPr>
        </p:nvSpPr>
        <p:spPr>
          <a:xfrm>
            <a:off x="920577" y="553732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bg-BG" dirty="0"/>
              <a:t>Архитектура</a:t>
            </a:r>
            <a:endParaRPr dirty="0"/>
          </a:p>
        </p:txBody>
      </p:sp>
      <p:grpSp>
        <p:nvGrpSpPr>
          <p:cNvPr id="583" name="Google Shape;583;p33"/>
          <p:cNvGrpSpPr/>
          <p:nvPr/>
        </p:nvGrpSpPr>
        <p:grpSpPr>
          <a:xfrm>
            <a:off x="-517361" y="1761512"/>
            <a:ext cx="2065698" cy="2268248"/>
            <a:chOff x="-517361" y="1761512"/>
            <a:chExt cx="2065698" cy="2268248"/>
          </a:xfrm>
        </p:grpSpPr>
        <p:pic>
          <p:nvPicPr>
            <p:cNvPr id="584" name="Google Shape;584;p3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flipH="1">
              <a:off x="-517361" y="1761512"/>
              <a:ext cx="2065698" cy="2268248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585" name="Google Shape;585;p33"/>
            <p:cNvGrpSpPr/>
            <p:nvPr/>
          </p:nvGrpSpPr>
          <p:grpSpPr>
            <a:xfrm>
              <a:off x="174705" y="2522709"/>
              <a:ext cx="745872" cy="745872"/>
              <a:chOff x="1323700" y="2294750"/>
              <a:chExt cx="691775" cy="691775"/>
            </a:xfrm>
          </p:grpSpPr>
          <p:sp>
            <p:nvSpPr>
              <p:cNvPr id="586" name="Google Shape;586;p33"/>
              <p:cNvSpPr/>
              <p:nvPr/>
            </p:nvSpPr>
            <p:spPr>
              <a:xfrm>
                <a:off x="1375450" y="2304250"/>
                <a:ext cx="630525" cy="630525"/>
              </a:xfrm>
              <a:custGeom>
                <a:avLst/>
                <a:gdLst/>
                <a:ahLst/>
                <a:cxnLst/>
                <a:rect l="l" t="t" r="r" b="b"/>
                <a:pathLst>
                  <a:path w="25221" h="25221" extrusionOk="0">
                    <a:moveTo>
                      <a:pt x="4056" y="1"/>
                    </a:moveTo>
                    <a:lnTo>
                      <a:pt x="0" y="4056"/>
                    </a:lnTo>
                    <a:lnTo>
                      <a:pt x="8548" y="12618"/>
                    </a:lnTo>
                    <a:lnTo>
                      <a:pt x="0" y="21165"/>
                    </a:lnTo>
                    <a:lnTo>
                      <a:pt x="4056" y="25221"/>
                    </a:lnTo>
                    <a:lnTo>
                      <a:pt x="12603" y="16673"/>
                    </a:lnTo>
                    <a:lnTo>
                      <a:pt x="21165" y="25221"/>
                    </a:lnTo>
                    <a:lnTo>
                      <a:pt x="25220" y="21165"/>
                    </a:lnTo>
                    <a:lnTo>
                      <a:pt x="16673" y="12618"/>
                    </a:lnTo>
                    <a:lnTo>
                      <a:pt x="25220" y="4056"/>
                    </a:lnTo>
                    <a:lnTo>
                      <a:pt x="21165" y="1"/>
                    </a:lnTo>
                    <a:lnTo>
                      <a:pt x="12603" y="8548"/>
                    </a:lnTo>
                    <a:lnTo>
                      <a:pt x="4056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587" name="Google Shape;587;p33"/>
              <p:cNvSpPr/>
              <p:nvPr/>
            </p:nvSpPr>
            <p:spPr>
              <a:xfrm>
                <a:off x="1365925" y="2294750"/>
                <a:ext cx="649550" cy="649550"/>
              </a:xfrm>
              <a:custGeom>
                <a:avLst/>
                <a:gdLst/>
                <a:ahLst/>
                <a:cxnLst/>
                <a:rect l="l" t="t" r="r" b="b"/>
                <a:pathLst>
                  <a:path w="25982" h="25982" extrusionOk="0">
                    <a:moveTo>
                      <a:pt x="21546" y="747"/>
                    </a:moveTo>
                    <a:lnTo>
                      <a:pt x="25249" y="4436"/>
                    </a:lnTo>
                    <a:lnTo>
                      <a:pt x="16688" y="12984"/>
                    </a:lnTo>
                    <a:lnTo>
                      <a:pt x="25249" y="21531"/>
                    </a:lnTo>
                    <a:lnTo>
                      <a:pt x="21546" y="25235"/>
                    </a:lnTo>
                    <a:lnTo>
                      <a:pt x="12984" y="16673"/>
                    </a:lnTo>
                    <a:lnTo>
                      <a:pt x="4451" y="25235"/>
                    </a:lnTo>
                    <a:lnTo>
                      <a:pt x="747" y="21545"/>
                    </a:lnTo>
                    <a:lnTo>
                      <a:pt x="9295" y="12998"/>
                    </a:lnTo>
                    <a:lnTo>
                      <a:pt x="747" y="4436"/>
                    </a:lnTo>
                    <a:lnTo>
                      <a:pt x="4437" y="747"/>
                    </a:lnTo>
                    <a:lnTo>
                      <a:pt x="12984" y="9308"/>
                    </a:lnTo>
                    <a:lnTo>
                      <a:pt x="21546" y="747"/>
                    </a:lnTo>
                    <a:close/>
                    <a:moveTo>
                      <a:pt x="4437" y="0"/>
                    </a:moveTo>
                    <a:lnTo>
                      <a:pt x="1" y="4436"/>
                    </a:lnTo>
                    <a:lnTo>
                      <a:pt x="8562" y="12998"/>
                    </a:lnTo>
                    <a:lnTo>
                      <a:pt x="1" y="21545"/>
                    </a:lnTo>
                    <a:lnTo>
                      <a:pt x="4437" y="25981"/>
                    </a:lnTo>
                    <a:lnTo>
                      <a:pt x="12984" y="17419"/>
                    </a:lnTo>
                    <a:lnTo>
                      <a:pt x="21546" y="25981"/>
                    </a:lnTo>
                    <a:lnTo>
                      <a:pt x="25982" y="21545"/>
                    </a:lnTo>
                    <a:lnTo>
                      <a:pt x="17434" y="12998"/>
                    </a:lnTo>
                    <a:lnTo>
                      <a:pt x="25982" y="4436"/>
                    </a:lnTo>
                    <a:lnTo>
                      <a:pt x="21546" y="0"/>
                    </a:lnTo>
                    <a:lnTo>
                      <a:pt x="12984" y="8562"/>
                    </a:lnTo>
                    <a:lnTo>
                      <a:pt x="4437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588" name="Google Shape;588;p33"/>
              <p:cNvSpPr/>
              <p:nvPr/>
            </p:nvSpPr>
            <p:spPr>
              <a:xfrm>
                <a:off x="1333200" y="2346500"/>
                <a:ext cx="630525" cy="630525"/>
              </a:xfrm>
              <a:custGeom>
                <a:avLst/>
                <a:gdLst/>
                <a:ahLst/>
                <a:cxnLst/>
                <a:rect l="l" t="t" r="r" b="b"/>
                <a:pathLst>
                  <a:path w="25221" h="25221" extrusionOk="0">
                    <a:moveTo>
                      <a:pt x="4056" y="0"/>
                    </a:moveTo>
                    <a:lnTo>
                      <a:pt x="0" y="4056"/>
                    </a:lnTo>
                    <a:lnTo>
                      <a:pt x="8548" y="12618"/>
                    </a:lnTo>
                    <a:lnTo>
                      <a:pt x="0" y="21165"/>
                    </a:lnTo>
                    <a:lnTo>
                      <a:pt x="4056" y="25221"/>
                    </a:lnTo>
                    <a:lnTo>
                      <a:pt x="12603" y="16673"/>
                    </a:lnTo>
                    <a:lnTo>
                      <a:pt x="21165" y="25221"/>
                    </a:lnTo>
                    <a:lnTo>
                      <a:pt x="25221" y="21165"/>
                    </a:lnTo>
                    <a:lnTo>
                      <a:pt x="16673" y="12618"/>
                    </a:lnTo>
                    <a:lnTo>
                      <a:pt x="25221" y="4056"/>
                    </a:lnTo>
                    <a:lnTo>
                      <a:pt x="21165" y="0"/>
                    </a:lnTo>
                    <a:lnTo>
                      <a:pt x="12603" y="8548"/>
                    </a:lnTo>
                    <a:lnTo>
                      <a:pt x="4056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589" name="Google Shape;589;p33"/>
              <p:cNvSpPr/>
              <p:nvPr/>
            </p:nvSpPr>
            <p:spPr>
              <a:xfrm>
                <a:off x="1323700" y="2337350"/>
                <a:ext cx="649525" cy="649175"/>
              </a:xfrm>
              <a:custGeom>
                <a:avLst/>
                <a:gdLst/>
                <a:ahLst/>
                <a:cxnLst/>
                <a:rect l="l" t="t" r="r" b="b"/>
                <a:pathLst>
                  <a:path w="25981" h="25967" extrusionOk="0">
                    <a:moveTo>
                      <a:pt x="21531" y="733"/>
                    </a:moveTo>
                    <a:lnTo>
                      <a:pt x="25220" y="4422"/>
                    </a:lnTo>
                    <a:lnTo>
                      <a:pt x="16673" y="12984"/>
                    </a:lnTo>
                    <a:lnTo>
                      <a:pt x="25234" y="21531"/>
                    </a:lnTo>
                    <a:lnTo>
                      <a:pt x="21545" y="25221"/>
                    </a:lnTo>
                    <a:lnTo>
                      <a:pt x="12983" y="16673"/>
                    </a:lnTo>
                    <a:lnTo>
                      <a:pt x="4450" y="25221"/>
                    </a:lnTo>
                    <a:lnTo>
                      <a:pt x="746" y="21531"/>
                    </a:lnTo>
                    <a:lnTo>
                      <a:pt x="9294" y="12984"/>
                    </a:lnTo>
                    <a:lnTo>
                      <a:pt x="732" y="4422"/>
                    </a:lnTo>
                    <a:lnTo>
                      <a:pt x="4436" y="747"/>
                    </a:lnTo>
                    <a:lnTo>
                      <a:pt x="12983" y="9294"/>
                    </a:lnTo>
                    <a:lnTo>
                      <a:pt x="21531" y="733"/>
                    </a:lnTo>
                    <a:close/>
                    <a:moveTo>
                      <a:pt x="4436" y="0"/>
                    </a:moveTo>
                    <a:lnTo>
                      <a:pt x="0" y="4422"/>
                    </a:lnTo>
                    <a:lnTo>
                      <a:pt x="8548" y="12984"/>
                    </a:lnTo>
                    <a:lnTo>
                      <a:pt x="0" y="21531"/>
                    </a:lnTo>
                    <a:lnTo>
                      <a:pt x="4436" y="25967"/>
                    </a:lnTo>
                    <a:lnTo>
                      <a:pt x="12983" y="17419"/>
                    </a:lnTo>
                    <a:lnTo>
                      <a:pt x="21545" y="25967"/>
                    </a:lnTo>
                    <a:lnTo>
                      <a:pt x="25981" y="21531"/>
                    </a:lnTo>
                    <a:lnTo>
                      <a:pt x="17433" y="12984"/>
                    </a:lnTo>
                    <a:lnTo>
                      <a:pt x="25967" y="4422"/>
                    </a:lnTo>
                    <a:lnTo>
                      <a:pt x="21545" y="0"/>
                    </a:lnTo>
                    <a:lnTo>
                      <a:pt x="12983" y="8548"/>
                    </a:lnTo>
                    <a:lnTo>
                      <a:pt x="443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</p:grpSp>
      <p:sp>
        <p:nvSpPr>
          <p:cNvPr id="14" name="Rectangle 1">
            <a:extLst>
              <a:ext uri="{FF2B5EF4-FFF2-40B4-BE49-F238E27FC236}">
                <a16:creationId xmlns:a16="http://schemas.microsoft.com/office/drawing/2014/main" id="{A2ADD96D-5B4A-58B4-DD48-3D96788FDAB2}"/>
              </a:ext>
            </a:extLst>
          </p:cNvPr>
          <p:cNvSpPr>
            <a:spLocks noGrp="1" noChangeArrowheads="1"/>
          </p:cNvSpPr>
          <p:nvPr>
            <p:ph type="subTitle" idx="3"/>
          </p:nvPr>
        </p:nvSpPr>
        <p:spPr bwMode="auto">
          <a:xfrm>
            <a:off x="1814924" y="1724426"/>
            <a:ext cx="4598080" cy="17081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28600" marR="0" lvl="0" indent="-2286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ü"/>
              <a:tabLst/>
            </a:pPr>
            <a:r>
              <a:rPr kumimoji="0" lang="bg-BG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Потребител създава база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ü"/>
              <a:tabLst/>
            </a:pPr>
            <a:r>
              <a:rPr kumimoji="0" lang="bg-BG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DBForge стартира Docker контейнер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ü"/>
              <a:tabLst/>
            </a:pPr>
            <a:r>
              <a:rPr kumimoji="0" lang="bg-BG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Платформата намира свободен порт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ü"/>
              <a:tabLst/>
            </a:pPr>
            <a:r>
              <a:rPr kumimoji="0" lang="bg-BG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Генерира се уникален API ключ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ü"/>
              <a:tabLst/>
            </a:pPr>
            <a:r>
              <a:rPr kumimoji="0" lang="bg-BG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Потребителят използва SDK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ü"/>
              <a:tabLst/>
            </a:pPr>
            <a:r>
              <a:rPr kumimoji="0" lang="bg-BG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Заявките се валидират и изпълняват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ü"/>
              <a:tabLst/>
            </a:pPr>
            <a:r>
              <a:rPr kumimoji="0" lang="bg-BG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Резултатът се връща като JSON</a:t>
            </a:r>
          </a:p>
        </p:txBody>
      </p:sp>
      <p:pic>
        <p:nvPicPr>
          <p:cNvPr id="9" name="Picture 8" descr="A hand cursor pointing at something&#10;&#10;AI-generated content may be incorrect.">
            <a:extLst>
              <a:ext uri="{FF2B5EF4-FFF2-40B4-BE49-F238E27FC236}">
                <a16:creationId xmlns:a16="http://schemas.microsoft.com/office/drawing/2014/main" id="{4D0A4323-9136-ACB8-F98E-A320ECDCD6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75307" y="1400426"/>
            <a:ext cx="1732098" cy="2265051"/>
          </a:xfrm>
          <a:prstGeom prst="rect">
            <a:avLst/>
          </a:prstGeom>
        </p:spPr>
      </p:pic>
      <p:pic>
        <p:nvPicPr>
          <p:cNvPr id="10" name="Picture 9" descr="A black and red logo&#10;&#10;AI-generated content may be incorrect.">
            <a:extLst>
              <a:ext uri="{FF2B5EF4-FFF2-40B4-BE49-F238E27FC236}">
                <a16:creationId xmlns:a16="http://schemas.microsoft.com/office/drawing/2014/main" id="{B1AD50FF-29B5-EA74-E06A-0C24581737C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" y="4586463"/>
            <a:ext cx="394530" cy="39453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EBA079C-73F4-5B54-8DDF-45EC2ED2BE98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b="50000"/>
          <a:stretch>
            <a:fillRect/>
          </a:stretch>
        </p:blipFill>
        <p:spPr>
          <a:xfrm>
            <a:off x="889000" y="4718108"/>
            <a:ext cx="1270000" cy="196248"/>
          </a:xfrm>
          <a:prstGeom prst="rect">
            <a:avLst/>
          </a:prstGeom>
        </p:spPr>
      </p:pic>
      <p:sp>
        <p:nvSpPr>
          <p:cNvPr id="12" name="Right Arrow 11">
            <a:extLst>
              <a:ext uri="{FF2B5EF4-FFF2-40B4-BE49-F238E27FC236}">
                <a16:creationId xmlns:a16="http://schemas.microsoft.com/office/drawing/2014/main" id="{326B0ADC-F650-451C-41B3-DFA240483CB2}"/>
              </a:ext>
            </a:extLst>
          </p:cNvPr>
          <p:cNvSpPr/>
          <p:nvPr/>
        </p:nvSpPr>
        <p:spPr>
          <a:xfrm>
            <a:off x="889000" y="4718108"/>
            <a:ext cx="2700000" cy="196248"/>
          </a:xfrm>
          <a:prstGeom prst="rightArrow">
            <a:avLst>
              <a:gd name="adj1" fmla="val 50000"/>
              <a:gd name="adj2" fmla="val 101255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7966792-5B76-8008-1E69-DE6C0AEC70B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3098" y="4718107"/>
            <a:ext cx="177492" cy="196247"/>
          </a:xfrm>
          <a:prstGeom prst="rect">
            <a:avLst/>
          </a:prstGeom>
        </p:spPr>
      </p:pic>
      <p:pic>
        <p:nvPicPr>
          <p:cNvPr id="15" name="Graphic 14" descr="Question Mark with solid fill">
            <a:extLst>
              <a:ext uri="{FF2B5EF4-FFF2-40B4-BE49-F238E27FC236}">
                <a16:creationId xmlns:a16="http://schemas.microsoft.com/office/drawing/2014/main" id="{CE8C55AB-D205-42D5-164E-5660B38426B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043098" y="4729703"/>
            <a:ext cx="173054" cy="17305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p3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API Key </a:t>
            </a:r>
            <a:r>
              <a:rPr lang="bg-BG" dirty="0"/>
              <a:t>пример</a:t>
            </a:r>
            <a:endParaRPr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D549BFC7-36CB-F3C6-CE51-690B913148C1}"/>
              </a:ext>
            </a:extLst>
          </p:cNvPr>
          <p:cNvGrpSpPr/>
          <p:nvPr/>
        </p:nvGrpSpPr>
        <p:grpSpPr>
          <a:xfrm>
            <a:off x="7972697" y="3731624"/>
            <a:ext cx="474612" cy="605245"/>
            <a:chOff x="7972697" y="3731624"/>
            <a:chExt cx="474612" cy="605245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7ABCF2F0-AE6F-697F-AE25-DCD1B43C8C5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972697" y="3910149"/>
              <a:ext cx="474612" cy="426720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683980F9-38EE-798E-8F32-FC036B4EC20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277497" y="3731624"/>
              <a:ext cx="169806" cy="426720"/>
            </a:xfrm>
            <a:prstGeom prst="rect">
              <a:avLst/>
            </a:prstGeom>
          </p:spPr>
        </p:pic>
      </p:grpSp>
      <p:pic>
        <p:nvPicPr>
          <p:cNvPr id="11" name="Picture 10" descr="A black and red logo&#10;&#10;AI-generated content may be incorrect.">
            <a:extLst>
              <a:ext uri="{FF2B5EF4-FFF2-40B4-BE49-F238E27FC236}">
                <a16:creationId xmlns:a16="http://schemas.microsoft.com/office/drawing/2014/main" id="{507049E0-E651-9939-2675-D54A0EC162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" y="4586463"/>
            <a:ext cx="394530" cy="39453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F7911B8-0135-27A6-93C1-5E135AC2E64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50000"/>
          <a:stretch>
            <a:fillRect/>
          </a:stretch>
        </p:blipFill>
        <p:spPr>
          <a:xfrm>
            <a:off x="889000" y="4718108"/>
            <a:ext cx="1270000" cy="196248"/>
          </a:xfrm>
          <a:prstGeom prst="rect">
            <a:avLst/>
          </a:prstGeom>
        </p:spPr>
      </p:pic>
      <p:sp>
        <p:nvSpPr>
          <p:cNvPr id="13" name="Right Arrow 12">
            <a:extLst>
              <a:ext uri="{FF2B5EF4-FFF2-40B4-BE49-F238E27FC236}">
                <a16:creationId xmlns:a16="http://schemas.microsoft.com/office/drawing/2014/main" id="{45E914D2-66A1-1B24-9D55-8F73D005933D}"/>
              </a:ext>
            </a:extLst>
          </p:cNvPr>
          <p:cNvSpPr/>
          <p:nvPr/>
        </p:nvSpPr>
        <p:spPr>
          <a:xfrm>
            <a:off x="889000" y="4718108"/>
            <a:ext cx="3240000" cy="196248"/>
          </a:xfrm>
          <a:prstGeom prst="rightArrow">
            <a:avLst>
              <a:gd name="adj1" fmla="val 50000"/>
              <a:gd name="adj2" fmla="val 101255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CD67429D-491A-5C40-C772-B846D9016C8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43098" y="4718107"/>
            <a:ext cx="177492" cy="196247"/>
          </a:xfrm>
          <a:prstGeom prst="rect">
            <a:avLst/>
          </a:prstGeom>
        </p:spPr>
      </p:pic>
      <p:pic>
        <p:nvPicPr>
          <p:cNvPr id="15" name="Graphic 14" descr="Question Mark with solid fill">
            <a:extLst>
              <a:ext uri="{FF2B5EF4-FFF2-40B4-BE49-F238E27FC236}">
                <a16:creationId xmlns:a16="http://schemas.microsoft.com/office/drawing/2014/main" id="{7042F6B8-A01E-E294-EF08-4CA0DEE0993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043098" y="4729703"/>
            <a:ext cx="173054" cy="17305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3">
          <a:extLst>
            <a:ext uri="{FF2B5EF4-FFF2-40B4-BE49-F238E27FC236}">
              <a16:creationId xmlns:a16="http://schemas.microsoft.com/office/drawing/2014/main" id="{9E32F8CE-D681-ABF4-1362-CD504B1002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B3E0335F-81B2-DC00-2B7D-60AD0DDFD3C4}"/>
              </a:ext>
            </a:extLst>
          </p:cNvPr>
          <p:cNvGrpSpPr/>
          <p:nvPr/>
        </p:nvGrpSpPr>
        <p:grpSpPr>
          <a:xfrm>
            <a:off x="7972697" y="3731624"/>
            <a:ext cx="474612" cy="605245"/>
            <a:chOff x="7972697" y="3731624"/>
            <a:chExt cx="474612" cy="605245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E652D8E3-FF65-C555-3EA5-70A5726E86E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972697" y="3910149"/>
              <a:ext cx="474612" cy="426720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2D8E1F54-FE56-7AD2-ED0B-6F60AB5247D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277497" y="3731624"/>
              <a:ext cx="169806" cy="426720"/>
            </a:xfrm>
            <a:prstGeom prst="rect">
              <a:avLst/>
            </a:prstGeom>
          </p:spPr>
        </p:pic>
      </p:grpSp>
      <p:sp>
        <p:nvSpPr>
          <p:cNvPr id="4" name="Rectangle 3">
            <a:extLst>
              <a:ext uri="{FF2B5EF4-FFF2-40B4-BE49-F238E27FC236}">
                <a16:creationId xmlns:a16="http://schemas.microsoft.com/office/drawing/2014/main" id="{BD467330-8FC6-C689-42A3-9752ACD83589}"/>
              </a:ext>
            </a:extLst>
          </p:cNvPr>
          <p:cNvSpPr/>
          <p:nvPr/>
        </p:nvSpPr>
        <p:spPr>
          <a:xfrm>
            <a:off x="5123440" y="1452333"/>
            <a:ext cx="3323863" cy="238614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A8B1C04-8A41-1186-59C0-29912E0510C8}"/>
              </a:ext>
            </a:extLst>
          </p:cNvPr>
          <p:cNvSpPr/>
          <p:nvPr/>
        </p:nvSpPr>
        <p:spPr>
          <a:xfrm>
            <a:off x="1348790" y="1463040"/>
            <a:ext cx="3323863" cy="238614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Google Shape;611;p35">
            <a:extLst>
              <a:ext uri="{FF2B5EF4-FFF2-40B4-BE49-F238E27FC236}">
                <a16:creationId xmlns:a16="http://schemas.microsoft.com/office/drawing/2014/main" id="{B73F1340-3326-930E-7A1F-DE82EFF4BD7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610046" y="112748"/>
            <a:ext cx="6576000" cy="1054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bg-BG" sz="3000" dirty="0">
                <a:solidFill>
                  <a:schemeClr val="bg1">
                    <a:lumMod val="10000"/>
                    <a:lumOff val="90000"/>
                  </a:schemeClr>
                </a:solidFill>
              </a:rPr>
              <a:t>Възможности</a:t>
            </a:r>
            <a:endParaRPr sz="3000" dirty="0">
              <a:solidFill>
                <a:schemeClr val="bg1">
                  <a:lumMod val="10000"/>
                  <a:lumOff val="90000"/>
                </a:schemeClr>
              </a:solidFill>
            </a:endParaRPr>
          </a:p>
        </p:txBody>
      </p:sp>
      <p:sp>
        <p:nvSpPr>
          <p:cNvPr id="11" name="Google Shape;612;p35">
            <a:extLst>
              <a:ext uri="{FF2B5EF4-FFF2-40B4-BE49-F238E27FC236}">
                <a16:creationId xmlns:a16="http://schemas.microsoft.com/office/drawing/2014/main" id="{04850997-AEFB-7C8E-282A-9A653FBF461F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348789" y="1737719"/>
            <a:ext cx="3323864" cy="181537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l"/>
            <a:r>
              <a:rPr lang="bg-BG" sz="1800" dirty="0"/>
              <a:t>	    </a:t>
            </a:r>
            <a:r>
              <a:rPr lang="en-US" sz="1800" dirty="0"/>
              <a:t>Developer tools:</a:t>
            </a:r>
            <a:endParaRPr lang="bg-BG" sz="1800" dirty="0"/>
          </a:p>
          <a:p>
            <a:pPr algn="l"/>
            <a:endParaRPr lang="en-US" sz="1800" dirty="0"/>
          </a:p>
          <a:p>
            <a:pPr algn="l"/>
            <a:r>
              <a:rPr lang="en-US" sz="1200" dirty="0"/>
              <a:t>-</a:t>
            </a:r>
            <a:r>
              <a:rPr lang="bg-BG" sz="1200" dirty="0"/>
              <a:t> </a:t>
            </a:r>
            <a:r>
              <a:rPr lang="en-US" sz="1200" dirty="0"/>
              <a:t>Query Editor</a:t>
            </a:r>
          </a:p>
          <a:p>
            <a:pPr algn="l"/>
            <a:r>
              <a:rPr lang="en-US" sz="1200" dirty="0"/>
              <a:t>-</a:t>
            </a:r>
            <a:r>
              <a:rPr lang="bg-BG" sz="1200" dirty="0"/>
              <a:t> История на заявките</a:t>
            </a:r>
          </a:p>
          <a:p>
            <a:pPr marL="152400" indent="0" algn="l"/>
            <a:r>
              <a:rPr lang="bg-BG" sz="1200" dirty="0"/>
              <a:t>- Автоматично презареждане</a:t>
            </a:r>
          </a:p>
          <a:p>
            <a:pPr marL="152400" indent="0" algn="l"/>
            <a:r>
              <a:rPr lang="bg-BG" sz="1200" dirty="0"/>
              <a:t>- Табове за заявки</a:t>
            </a:r>
          </a:p>
          <a:p>
            <a:pPr marL="152400" indent="0" algn="l"/>
            <a:r>
              <a:rPr lang="bg-BG" sz="1200" dirty="0"/>
              <a:t>- Преглед на таблици</a:t>
            </a:r>
          </a:p>
          <a:p>
            <a:pPr marL="152400" indent="0" algn="l"/>
            <a:br>
              <a:rPr lang="bg-BG" sz="1200" dirty="0"/>
            </a:br>
            <a:endParaRPr lang="bg-BG" sz="1200" dirty="0"/>
          </a:p>
        </p:txBody>
      </p:sp>
      <p:sp>
        <p:nvSpPr>
          <p:cNvPr id="12" name="Google Shape;612;p35">
            <a:extLst>
              <a:ext uri="{FF2B5EF4-FFF2-40B4-BE49-F238E27FC236}">
                <a16:creationId xmlns:a16="http://schemas.microsoft.com/office/drawing/2014/main" id="{23B1852A-B5F7-A863-313D-DC449A16B36E}"/>
              </a:ext>
            </a:extLst>
          </p:cNvPr>
          <p:cNvSpPr txBox="1">
            <a:spLocks/>
          </p:cNvSpPr>
          <p:nvPr/>
        </p:nvSpPr>
        <p:spPr>
          <a:xfrm>
            <a:off x="5123440" y="1737719"/>
            <a:ext cx="3323861" cy="14590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None/>
              <a:defRPr sz="14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None/>
              <a:defRPr sz="16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None/>
              <a:defRPr sz="16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None/>
              <a:defRPr sz="16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None/>
              <a:defRPr sz="16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None/>
              <a:defRPr sz="16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None/>
              <a:defRPr sz="16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None/>
              <a:defRPr sz="16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None/>
              <a:defRPr sz="16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marL="152400" indent="0" algn="l"/>
            <a:r>
              <a:rPr lang="bg-BG" sz="1800" dirty="0"/>
              <a:t>	  Сигурност:</a:t>
            </a:r>
          </a:p>
          <a:p>
            <a:pPr marL="152400" indent="0" algn="l"/>
            <a:endParaRPr lang="bg-BG" sz="1800" dirty="0"/>
          </a:p>
          <a:p>
            <a:pPr marL="323850" indent="-171450" algn="l">
              <a:buFontTx/>
              <a:buChar char="-"/>
            </a:pPr>
            <a:r>
              <a:rPr lang="bg-BG" sz="1200" dirty="0"/>
              <a:t>Ротация на </a:t>
            </a:r>
            <a:r>
              <a:rPr lang="en-US" sz="1200" dirty="0"/>
              <a:t>API</a:t>
            </a:r>
            <a:r>
              <a:rPr lang="bg-BG" sz="1200" dirty="0"/>
              <a:t> ключове</a:t>
            </a:r>
          </a:p>
          <a:p>
            <a:pPr marL="323850" indent="-171450" algn="l">
              <a:buFontTx/>
              <a:buChar char="-"/>
            </a:pPr>
            <a:r>
              <a:rPr lang="bg-BG" sz="1200" dirty="0"/>
              <a:t>Ограничения на ресурси</a:t>
            </a:r>
          </a:p>
          <a:p>
            <a:pPr marL="323850" indent="-171450" algn="l">
              <a:buFontTx/>
              <a:buChar char="-"/>
            </a:pPr>
            <a:r>
              <a:rPr lang="bg-BG" sz="1200" dirty="0"/>
              <a:t>Изолирани контейнери</a:t>
            </a:r>
          </a:p>
          <a:p>
            <a:pPr marL="323850" indent="-171450" algn="l">
              <a:buFontTx/>
              <a:buChar char="-"/>
            </a:pPr>
            <a:r>
              <a:rPr lang="bg-BG" sz="1200" dirty="0"/>
              <a:t>Лимит на заявки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3AB6A84-E767-8A74-469F-31C6CE4B9D04}"/>
              </a:ext>
            </a:extLst>
          </p:cNvPr>
          <p:cNvCxnSpPr/>
          <p:nvPr/>
        </p:nvCxnSpPr>
        <p:spPr>
          <a:xfrm>
            <a:off x="4898046" y="1463040"/>
            <a:ext cx="0" cy="238614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13" descr="A black and red logo&#10;&#10;AI-generated content may be incorrect.">
            <a:extLst>
              <a:ext uri="{FF2B5EF4-FFF2-40B4-BE49-F238E27FC236}">
                <a16:creationId xmlns:a16="http://schemas.microsoft.com/office/drawing/2014/main" id="{C3D8680A-3352-26FD-0230-808371B7A8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" y="4586463"/>
            <a:ext cx="394530" cy="39453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07EB88DA-4D4F-F1CA-59E6-E8B38240EC3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50000"/>
          <a:stretch>
            <a:fillRect/>
          </a:stretch>
        </p:blipFill>
        <p:spPr>
          <a:xfrm>
            <a:off x="889000" y="4718108"/>
            <a:ext cx="1270000" cy="196248"/>
          </a:xfrm>
          <a:prstGeom prst="rect">
            <a:avLst/>
          </a:prstGeom>
        </p:spPr>
      </p:pic>
      <p:sp>
        <p:nvSpPr>
          <p:cNvPr id="16" name="Right Arrow 15">
            <a:extLst>
              <a:ext uri="{FF2B5EF4-FFF2-40B4-BE49-F238E27FC236}">
                <a16:creationId xmlns:a16="http://schemas.microsoft.com/office/drawing/2014/main" id="{D9F93720-64A2-C3DF-044E-8252F66682C5}"/>
              </a:ext>
            </a:extLst>
          </p:cNvPr>
          <p:cNvSpPr/>
          <p:nvPr/>
        </p:nvSpPr>
        <p:spPr>
          <a:xfrm>
            <a:off x="889000" y="4718108"/>
            <a:ext cx="3780000" cy="196248"/>
          </a:xfrm>
          <a:prstGeom prst="rightArrow">
            <a:avLst>
              <a:gd name="adj1" fmla="val 50000"/>
              <a:gd name="adj2" fmla="val 101255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70640ACA-32AD-26DF-D742-70229D81508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43098" y="4718107"/>
            <a:ext cx="177492" cy="196247"/>
          </a:xfrm>
          <a:prstGeom prst="rect">
            <a:avLst/>
          </a:prstGeom>
        </p:spPr>
      </p:pic>
      <p:pic>
        <p:nvPicPr>
          <p:cNvPr id="18" name="Graphic 17" descr="Question Mark with solid fill">
            <a:extLst>
              <a:ext uri="{FF2B5EF4-FFF2-40B4-BE49-F238E27FC236}">
                <a16:creationId xmlns:a16="http://schemas.microsoft.com/office/drawing/2014/main" id="{9DD1FA92-074F-4EA8-6BAA-7BD7E63526C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043098" y="4729703"/>
            <a:ext cx="173054" cy="173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44812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73CA187C-7269-5B59-F920-559A159FB489}"/>
              </a:ext>
            </a:extLst>
          </p:cNvPr>
          <p:cNvGrpSpPr/>
          <p:nvPr/>
        </p:nvGrpSpPr>
        <p:grpSpPr>
          <a:xfrm>
            <a:off x="7972697" y="3731624"/>
            <a:ext cx="474612" cy="605245"/>
            <a:chOff x="7972697" y="3731624"/>
            <a:chExt cx="474612" cy="605245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CC5DC739-9826-C571-6DBA-BA14DCE858C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972697" y="3910149"/>
              <a:ext cx="474612" cy="426720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5AC0B2CD-74B9-C08A-9ADF-1955614FBB8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277497" y="3731624"/>
              <a:ext cx="169806" cy="426720"/>
            </a:xfrm>
            <a:prstGeom prst="rect">
              <a:avLst/>
            </a:prstGeom>
          </p:spPr>
        </p:pic>
      </p:grpSp>
      <p:sp>
        <p:nvSpPr>
          <p:cNvPr id="617" name="Google Shape;617;p3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bg-BG" dirty="0"/>
              <a:t>Демонстрация</a:t>
            </a:r>
            <a:endParaRPr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CA1088C-1691-81F6-4EE9-6435436035F9}"/>
              </a:ext>
            </a:extLst>
          </p:cNvPr>
          <p:cNvSpPr txBox="1"/>
          <p:nvPr/>
        </p:nvSpPr>
        <p:spPr>
          <a:xfrm>
            <a:off x="3439886" y="2002971"/>
            <a:ext cx="195072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sz="5000" dirty="0">
                <a:solidFill>
                  <a:schemeClr val="bg1">
                    <a:lumMod val="10000"/>
                    <a:lumOff val="90000"/>
                  </a:schemeClr>
                </a:solidFill>
              </a:rPr>
              <a:t>КЛИП</a:t>
            </a:r>
            <a:endParaRPr lang="en-US" sz="5000" dirty="0">
              <a:solidFill>
                <a:schemeClr val="bg1">
                  <a:lumMod val="10000"/>
                  <a:lumOff val="90000"/>
                </a:schemeClr>
              </a:solidFill>
            </a:endParaRPr>
          </a:p>
        </p:txBody>
      </p:sp>
      <p:pic>
        <p:nvPicPr>
          <p:cNvPr id="11" name="Picture 10" descr="A black and red logo&#10;&#10;AI-generated content may be incorrect.">
            <a:extLst>
              <a:ext uri="{FF2B5EF4-FFF2-40B4-BE49-F238E27FC236}">
                <a16:creationId xmlns:a16="http://schemas.microsoft.com/office/drawing/2014/main" id="{8CB7166B-2272-7F7C-11A9-67C1CE5EB9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" y="4586463"/>
            <a:ext cx="394530" cy="39453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F16FB20-CE34-9CB3-F42E-B459D4A2522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50000"/>
          <a:stretch>
            <a:fillRect/>
          </a:stretch>
        </p:blipFill>
        <p:spPr>
          <a:xfrm>
            <a:off x="889000" y="4718108"/>
            <a:ext cx="1270000" cy="196248"/>
          </a:xfrm>
          <a:prstGeom prst="rect">
            <a:avLst/>
          </a:prstGeom>
        </p:spPr>
      </p:pic>
      <p:sp>
        <p:nvSpPr>
          <p:cNvPr id="13" name="Right Arrow 12">
            <a:extLst>
              <a:ext uri="{FF2B5EF4-FFF2-40B4-BE49-F238E27FC236}">
                <a16:creationId xmlns:a16="http://schemas.microsoft.com/office/drawing/2014/main" id="{D4B1C611-106A-4787-29D1-C17DBDCBE09D}"/>
              </a:ext>
            </a:extLst>
          </p:cNvPr>
          <p:cNvSpPr/>
          <p:nvPr/>
        </p:nvSpPr>
        <p:spPr>
          <a:xfrm>
            <a:off x="889000" y="4718108"/>
            <a:ext cx="4320000" cy="196248"/>
          </a:xfrm>
          <a:prstGeom prst="rightArrow">
            <a:avLst>
              <a:gd name="adj1" fmla="val 50000"/>
              <a:gd name="adj2" fmla="val 101255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015EA8C6-4F58-B994-7ED5-35FBDFAE9A2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43098" y="4718107"/>
            <a:ext cx="177492" cy="196247"/>
          </a:xfrm>
          <a:prstGeom prst="rect">
            <a:avLst/>
          </a:prstGeom>
        </p:spPr>
      </p:pic>
      <p:pic>
        <p:nvPicPr>
          <p:cNvPr id="15" name="Graphic 14" descr="Question Mark with solid fill">
            <a:extLst>
              <a:ext uri="{FF2B5EF4-FFF2-40B4-BE49-F238E27FC236}">
                <a16:creationId xmlns:a16="http://schemas.microsoft.com/office/drawing/2014/main" id="{67623837-2382-8A96-961B-383CE4926B9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043098" y="4729703"/>
            <a:ext cx="173054" cy="17305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6">
          <a:extLst>
            <a:ext uri="{FF2B5EF4-FFF2-40B4-BE49-F238E27FC236}">
              <a16:creationId xmlns:a16="http://schemas.microsoft.com/office/drawing/2014/main" id="{C615C48A-4761-FB3E-8FBB-E3247E63EC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3A631344-0C7C-AAC6-C666-88BA673DA8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269" y="85284"/>
            <a:ext cx="1478196" cy="657751"/>
          </a:xfrm>
          <a:prstGeom prst="rect">
            <a:avLst/>
          </a:prstGeom>
        </p:spPr>
      </p:pic>
      <p:sp>
        <p:nvSpPr>
          <p:cNvPr id="7" name="Google Shape;636;p38">
            <a:extLst>
              <a:ext uri="{FF2B5EF4-FFF2-40B4-BE49-F238E27FC236}">
                <a16:creationId xmlns:a16="http://schemas.microsoft.com/office/drawing/2014/main" id="{7F252FD3-02EC-8869-8FCC-5F57005651F6}"/>
              </a:ext>
            </a:extLst>
          </p:cNvPr>
          <p:cNvSpPr txBox="1">
            <a:spLocks/>
          </p:cNvSpPr>
          <p:nvPr/>
        </p:nvSpPr>
        <p:spPr>
          <a:xfrm>
            <a:off x="2461481" y="1468505"/>
            <a:ext cx="3445892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"/>
              <a:buNone/>
              <a:defRPr sz="30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"/>
              <a:buNone/>
              <a:defRPr sz="30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"/>
              <a:buNone/>
              <a:defRPr sz="30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"/>
              <a:buNone/>
              <a:defRPr sz="30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"/>
              <a:buNone/>
              <a:defRPr sz="30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"/>
              <a:buNone/>
              <a:defRPr sz="30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"/>
              <a:buNone/>
              <a:defRPr sz="30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"/>
              <a:buNone/>
              <a:defRPr sz="30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"/>
              <a:buNone/>
              <a:defRPr sz="30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bg-BG" sz="2300"/>
              <a:t>Нашата визия</a:t>
            </a:r>
            <a:endParaRPr lang="bg-BG" sz="2300" dirty="0"/>
          </a:p>
        </p:txBody>
      </p:sp>
      <p:sp>
        <p:nvSpPr>
          <p:cNvPr id="8" name="Google Shape;637;p38">
            <a:extLst>
              <a:ext uri="{FF2B5EF4-FFF2-40B4-BE49-F238E27FC236}">
                <a16:creationId xmlns:a16="http://schemas.microsoft.com/office/drawing/2014/main" id="{0ACACB29-B330-9546-EF9A-F830A9C10A86}"/>
              </a:ext>
            </a:extLst>
          </p:cNvPr>
          <p:cNvSpPr txBox="1">
            <a:spLocks/>
          </p:cNvSpPr>
          <p:nvPr/>
        </p:nvSpPr>
        <p:spPr>
          <a:xfrm>
            <a:off x="3189532" y="2360995"/>
            <a:ext cx="3531070" cy="146727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bg-BG" sz="1500" i="1" dirty="0">
                <a:solidFill>
                  <a:schemeClr val="tx1"/>
                </a:solidFill>
                <a:latin typeface="Arial" panose="020B0604020202020204" pitchFamily="34" charset="0"/>
                <a:ea typeface="Brush Script MT" panose="03060802040406070304" pitchFamily="66" charset="-122"/>
                <a:cs typeface="Arial" panose="020B0604020202020204" pitchFamily="34" charset="0"/>
              </a:rPr>
              <a:t>„Базите данни не трябва да бъдат препятствие. </a:t>
            </a:r>
            <a:r>
              <a:rPr lang="en-US" sz="1500" i="1" dirty="0">
                <a:solidFill>
                  <a:schemeClr val="tx1"/>
                </a:solidFill>
                <a:latin typeface="Arial" panose="020B0604020202020204" pitchFamily="34" charset="0"/>
                <a:ea typeface="Brush Script MT" panose="03060802040406070304" pitchFamily="66" charset="-122"/>
                <a:cs typeface="Arial" panose="020B0604020202020204" pitchFamily="34" charset="0"/>
              </a:rPr>
              <a:t>DBForge </a:t>
            </a:r>
            <a:r>
              <a:rPr lang="bg-BG" sz="1500" i="1" dirty="0">
                <a:solidFill>
                  <a:schemeClr val="tx1"/>
                </a:solidFill>
                <a:latin typeface="Arial" panose="020B0604020202020204" pitchFamily="34" charset="0"/>
                <a:ea typeface="Brush Script MT" panose="03060802040406070304" pitchFamily="66" charset="-122"/>
                <a:cs typeface="Arial" panose="020B0604020202020204" pitchFamily="34" charset="0"/>
              </a:rPr>
              <a:t>превръща тяхната мощ в достъпна сила — за всеки екип, всеки проект, всеки мащаб.“</a:t>
            </a:r>
          </a:p>
        </p:txBody>
      </p:sp>
      <p:sp>
        <p:nvSpPr>
          <p:cNvPr id="9" name="Google Shape;648;p38">
            <a:extLst>
              <a:ext uri="{FF2B5EF4-FFF2-40B4-BE49-F238E27FC236}">
                <a16:creationId xmlns:a16="http://schemas.microsoft.com/office/drawing/2014/main" id="{EBF68AA7-0974-47A0-74B3-D20D4A3CAB0A}"/>
              </a:ext>
            </a:extLst>
          </p:cNvPr>
          <p:cNvSpPr/>
          <p:nvPr/>
        </p:nvSpPr>
        <p:spPr>
          <a:xfrm>
            <a:off x="1412678" y="1280745"/>
            <a:ext cx="448175" cy="448175"/>
          </a:xfrm>
          <a:custGeom>
            <a:avLst/>
            <a:gdLst/>
            <a:ahLst/>
            <a:cxnLst/>
            <a:rect l="l" t="t" r="r" b="b"/>
            <a:pathLst>
              <a:path w="17927" h="17927" extrusionOk="0">
                <a:moveTo>
                  <a:pt x="1" y="0"/>
                </a:moveTo>
                <a:lnTo>
                  <a:pt x="1" y="5985"/>
                </a:lnTo>
                <a:lnTo>
                  <a:pt x="1" y="17926"/>
                </a:lnTo>
                <a:lnTo>
                  <a:pt x="5986" y="17926"/>
                </a:lnTo>
                <a:lnTo>
                  <a:pt x="5986" y="5985"/>
                </a:lnTo>
                <a:lnTo>
                  <a:pt x="17927" y="5985"/>
                </a:lnTo>
                <a:lnTo>
                  <a:pt x="17927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" name="Google Shape;648;p38">
            <a:extLst>
              <a:ext uri="{FF2B5EF4-FFF2-40B4-BE49-F238E27FC236}">
                <a16:creationId xmlns:a16="http://schemas.microsoft.com/office/drawing/2014/main" id="{5931D121-7831-E4B0-CE8B-A9B7777BA3E3}"/>
              </a:ext>
            </a:extLst>
          </p:cNvPr>
          <p:cNvSpPr/>
          <p:nvPr/>
        </p:nvSpPr>
        <p:spPr>
          <a:xfrm rot="10800000">
            <a:off x="6741715" y="3771075"/>
            <a:ext cx="448175" cy="448175"/>
          </a:xfrm>
          <a:custGeom>
            <a:avLst/>
            <a:gdLst/>
            <a:ahLst/>
            <a:cxnLst/>
            <a:rect l="l" t="t" r="r" b="b"/>
            <a:pathLst>
              <a:path w="17927" h="17927" extrusionOk="0">
                <a:moveTo>
                  <a:pt x="1" y="0"/>
                </a:moveTo>
                <a:lnTo>
                  <a:pt x="1" y="5985"/>
                </a:lnTo>
                <a:lnTo>
                  <a:pt x="1" y="17926"/>
                </a:lnTo>
                <a:lnTo>
                  <a:pt x="5986" y="17926"/>
                </a:lnTo>
                <a:lnTo>
                  <a:pt x="5986" y="5985"/>
                </a:lnTo>
                <a:lnTo>
                  <a:pt x="17927" y="5985"/>
                </a:lnTo>
                <a:lnTo>
                  <a:pt x="17927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1" name="Google Shape;648;p38">
            <a:extLst>
              <a:ext uri="{FF2B5EF4-FFF2-40B4-BE49-F238E27FC236}">
                <a16:creationId xmlns:a16="http://schemas.microsoft.com/office/drawing/2014/main" id="{F31BF823-BB2A-6109-E2C6-51004797F263}"/>
              </a:ext>
            </a:extLst>
          </p:cNvPr>
          <p:cNvSpPr/>
          <p:nvPr/>
        </p:nvSpPr>
        <p:spPr>
          <a:xfrm rot="16200000">
            <a:off x="1412679" y="3771075"/>
            <a:ext cx="448175" cy="448175"/>
          </a:xfrm>
          <a:custGeom>
            <a:avLst/>
            <a:gdLst/>
            <a:ahLst/>
            <a:cxnLst/>
            <a:rect l="l" t="t" r="r" b="b"/>
            <a:pathLst>
              <a:path w="17927" h="17927" extrusionOk="0">
                <a:moveTo>
                  <a:pt x="1" y="0"/>
                </a:moveTo>
                <a:lnTo>
                  <a:pt x="1" y="5985"/>
                </a:lnTo>
                <a:lnTo>
                  <a:pt x="1" y="17926"/>
                </a:lnTo>
                <a:lnTo>
                  <a:pt x="5986" y="17926"/>
                </a:lnTo>
                <a:lnTo>
                  <a:pt x="5986" y="5985"/>
                </a:lnTo>
                <a:lnTo>
                  <a:pt x="17927" y="5985"/>
                </a:lnTo>
                <a:lnTo>
                  <a:pt x="17927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2" name="Google Shape;648;p38">
            <a:extLst>
              <a:ext uri="{FF2B5EF4-FFF2-40B4-BE49-F238E27FC236}">
                <a16:creationId xmlns:a16="http://schemas.microsoft.com/office/drawing/2014/main" id="{5E620628-EBF3-5B68-D76F-7033470B41A0}"/>
              </a:ext>
            </a:extLst>
          </p:cNvPr>
          <p:cNvSpPr/>
          <p:nvPr/>
        </p:nvSpPr>
        <p:spPr>
          <a:xfrm rot="5400000">
            <a:off x="6741715" y="1282743"/>
            <a:ext cx="448175" cy="448175"/>
          </a:xfrm>
          <a:custGeom>
            <a:avLst/>
            <a:gdLst/>
            <a:ahLst/>
            <a:cxnLst/>
            <a:rect l="l" t="t" r="r" b="b"/>
            <a:pathLst>
              <a:path w="17927" h="17927" extrusionOk="0">
                <a:moveTo>
                  <a:pt x="1" y="0"/>
                </a:moveTo>
                <a:lnTo>
                  <a:pt x="1" y="5985"/>
                </a:lnTo>
                <a:lnTo>
                  <a:pt x="1" y="17926"/>
                </a:lnTo>
                <a:lnTo>
                  <a:pt x="5986" y="17926"/>
                </a:lnTo>
                <a:lnTo>
                  <a:pt x="5986" y="5985"/>
                </a:lnTo>
                <a:lnTo>
                  <a:pt x="17927" y="5985"/>
                </a:lnTo>
                <a:lnTo>
                  <a:pt x="17927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13" name="Picture 12" descr="A white line drawing of a head with a brain and check marks&#10;&#10;AI-generated content may be incorrect.">
            <a:extLst>
              <a:ext uri="{FF2B5EF4-FFF2-40B4-BE49-F238E27FC236}">
                <a16:creationId xmlns:a16="http://schemas.microsoft.com/office/drawing/2014/main" id="{D247E8AC-DCAE-818C-321C-37D5B4FC44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73685" y="2468790"/>
            <a:ext cx="775592" cy="945253"/>
          </a:xfrm>
          <a:prstGeom prst="rect">
            <a:avLst/>
          </a:prstGeom>
        </p:spPr>
      </p:pic>
      <p:sp>
        <p:nvSpPr>
          <p:cNvPr id="14" name="Google Shape;636;p38">
            <a:extLst>
              <a:ext uri="{FF2B5EF4-FFF2-40B4-BE49-F238E27FC236}">
                <a16:creationId xmlns:a16="http://schemas.microsoft.com/office/drawing/2014/main" id="{A58462A1-DB7C-0D55-2D76-09B6E990A1C6}"/>
              </a:ext>
            </a:extLst>
          </p:cNvPr>
          <p:cNvSpPr txBox="1">
            <a:spLocks/>
          </p:cNvSpPr>
          <p:nvPr/>
        </p:nvSpPr>
        <p:spPr>
          <a:xfrm>
            <a:off x="1834890" y="86398"/>
            <a:ext cx="6240354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"/>
              <a:buNone/>
              <a:defRPr sz="30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"/>
              <a:buNone/>
              <a:defRPr sz="30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"/>
              <a:buNone/>
              <a:defRPr sz="30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"/>
              <a:buNone/>
              <a:defRPr sz="30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"/>
              <a:buNone/>
              <a:defRPr sz="30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"/>
              <a:buNone/>
              <a:defRPr sz="30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"/>
              <a:buNone/>
              <a:defRPr sz="30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"/>
              <a:buNone/>
              <a:defRPr sz="30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"/>
              <a:buNone/>
              <a:defRPr sz="30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bg-BG" sz="2700" dirty="0"/>
              <a:t>Какво искаме да постигнем?</a:t>
            </a:r>
          </a:p>
        </p:txBody>
      </p:sp>
      <p:pic>
        <p:nvPicPr>
          <p:cNvPr id="18" name="Picture 17" descr="A black and red logo&#10;&#10;AI-generated content may be incorrect.">
            <a:extLst>
              <a:ext uri="{FF2B5EF4-FFF2-40B4-BE49-F238E27FC236}">
                <a16:creationId xmlns:a16="http://schemas.microsoft.com/office/drawing/2014/main" id="{2E1F11D1-9FA3-D606-BF87-2295242F6CA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" y="4586463"/>
            <a:ext cx="394530" cy="39453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5B34B146-D528-4B1D-8817-89F34DDCEA07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b="50000"/>
          <a:stretch>
            <a:fillRect/>
          </a:stretch>
        </p:blipFill>
        <p:spPr>
          <a:xfrm>
            <a:off x="889000" y="4718108"/>
            <a:ext cx="1270000" cy="196248"/>
          </a:xfrm>
          <a:prstGeom prst="rect">
            <a:avLst/>
          </a:prstGeom>
        </p:spPr>
      </p:pic>
      <p:sp>
        <p:nvSpPr>
          <p:cNvPr id="20" name="Right Arrow 19">
            <a:extLst>
              <a:ext uri="{FF2B5EF4-FFF2-40B4-BE49-F238E27FC236}">
                <a16:creationId xmlns:a16="http://schemas.microsoft.com/office/drawing/2014/main" id="{BDF712B0-9D98-32F6-CDDD-7729B5D278C4}"/>
              </a:ext>
            </a:extLst>
          </p:cNvPr>
          <p:cNvSpPr/>
          <p:nvPr/>
        </p:nvSpPr>
        <p:spPr>
          <a:xfrm>
            <a:off x="889000" y="4718108"/>
            <a:ext cx="4860000" cy="196248"/>
          </a:xfrm>
          <a:prstGeom prst="rightArrow">
            <a:avLst>
              <a:gd name="adj1" fmla="val 50000"/>
              <a:gd name="adj2" fmla="val 101255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9CCD74C0-FCA4-9269-F191-E56086ADD40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3098" y="4718107"/>
            <a:ext cx="177492" cy="196247"/>
          </a:xfrm>
          <a:prstGeom prst="rect">
            <a:avLst/>
          </a:prstGeom>
        </p:spPr>
      </p:pic>
      <p:pic>
        <p:nvPicPr>
          <p:cNvPr id="22" name="Graphic 21" descr="Question Mark with solid fill">
            <a:extLst>
              <a:ext uri="{FF2B5EF4-FFF2-40B4-BE49-F238E27FC236}">
                <a16:creationId xmlns:a16="http://schemas.microsoft.com/office/drawing/2014/main" id="{D3799CD6-9EEB-01B6-2B5A-470C5C5DE29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043098" y="4729703"/>
            <a:ext cx="173054" cy="173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63436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Google Shape;653;p3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bg-BG" dirty="0"/>
              <a:t>План на разработка</a:t>
            </a:r>
            <a:endParaRPr dirty="0"/>
          </a:p>
        </p:txBody>
      </p:sp>
      <p:sp>
        <p:nvSpPr>
          <p:cNvPr id="654" name="Google Shape;654;p39"/>
          <p:cNvSpPr txBox="1"/>
          <p:nvPr/>
        </p:nvSpPr>
        <p:spPr>
          <a:xfrm flipH="1">
            <a:off x="1358800" y="2100900"/>
            <a:ext cx="1812300" cy="3846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bg-BG" sz="1200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Анализ и планиране</a:t>
            </a:r>
            <a:endParaRPr sz="1200" dirty="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55" name="Google Shape;655;p39"/>
          <p:cNvSpPr txBox="1"/>
          <p:nvPr/>
        </p:nvSpPr>
        <p:spPr>
          <a:xfrm flipH="1">
            <a:off x="3602144" y="2114358"/>
            <a:ext cx="1939712" cy="3846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bg-BG" sz="1200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Изграждане на сървър</a:t>
            </a:r>
            <a:endParaRPr sz="1200" dirty="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56" name="Google Shape;656;p39"/>
          <p:cNvSpPr txBox="1"/>
          <p:nvPr/>
        </p:nvSpPr>
        <p:spPr>
          <a:xfrm flipH="1">
            <a:off x="5972900" y="2100900"/>
            <a:ext cx="1812300" cy="3846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bg-BG" sz="1200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Фронтенд и бакенд</a:t>
            </a:r>
            <a:endParaRPr sz="1200" dirty="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57" name="Google Shape;657;p39"/>
          <p:cNvSpPr txBox="1"/>
          <p:nvPr/>
        </p:nvSpPr>
        <p:spPr>
          <a:xfrm flipH="1">
            <a:off x="1358800" y="3769850"/>
            <a:ext cx="1812300" cy="3846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API </a:t>
            </a:r>
            <a:r>
              <a:rPr lang="bg-BG" sz="1200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Дизайн</a:t>
            </a:r>
            <a:endParaRPr sz="1200" dirty="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58" name="Google Shape;658;p39"/>
          <p:cNvSpPr txBox="1"/>
          <p:nvPr/>
        </p:nvSpPr>
        <p:spPr>
          <a:xfrm flipH="1">
            <a:off x="3665850" y="3769850"/>
            <a:ext cx="1812300" cy="3846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SDK/Framework</a:t>
            </a:r>
            <a:endParaRPr sz="1200" dirty="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59" name="Google Shape;659;p39"/>
          <p:cNvSpPr txBox="1"/>
          <p:nvPr/>
        </p:nvSpPr>
        <p:spPr>
          <a:xfrm flipH="1">
            <a:off x="5972900" y="3769850"/>
            <a:ext cx="1812300" cy="3846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bg-BG" sz="1200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Документация</a:t>
            </a:r>
            <a:endParaRPr sz="1200" dirty="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60" name="Google Shape;660;p39"/>
          <p:cNvSpPr txBox="1"/>
          <p:nvPr/>
        </p:nvSpPr>
        <p:spPr>
          <a:xfrm>
            <a:off x="1897588" y="1381883"/>
            <a:ext cx="734700" cy="4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 dirty="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  <a:endParaRPr sz="3000" b="1" dirty="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61" name="Google Shape;661;p39"/>
          <p:cNvSpPr txBox="1"/>
          <p:nvPr/>
        </p:nvSpPr>
        <p:spPr>
          <a:xfrm>
            <a:off x="4204638" y="1381883"/>
            <a:ext cx="734700" cy="4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 dirty="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02</a:t>
            </a:r>
            <a:endParaRPr sz="3000" b="1" dirty="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62" name="Google Shape;662;p39"/>
          <p:cNvSpPr txBox="1"/>
          <p:nvPr/>
        </p:nvSpPr>
        <p:spPr>
          <a:xfrm>
            <a:off x="6511688" y="1381883"/>
            <a:ext cx="734700" cy="4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 dirty="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03</a:t>
            </a:r>
            <a:endParaRPr sz="3000" b="1" dirty="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63" name="Google Shape;663;p39"/>
          <p:cNvSpPr txBox="1"/>
          <p:nvPr/>
        </p:nvSpPr>
        <p:spPr>
          <a:xfrm>
            <a:off x="1897588" y="3050833"/>
            <a:ext cx="734700" cy="4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 dirty="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04</a:t>
            </a:r>
            <a:endParaRPr sz="3000" b="1" dirty="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64" name="Google Shape;664;p39"/>
          <p:cNvSpPr txBox="1"/>
          <p:nvPr/>
        </p:nvSpPr>
        <p:spPr>
          <a:xfrm>
            <a:off x="4204638" y="3050833"/>
            <a:ext cx="734700" cy="4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 dirty="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05</a:t>
            </a:r>
            <a:endParaRPr sz="3000" b="1" dirty="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65" name="Google Shape;665;p39"/>
          <p:cNvSpPr txBox="1"/>
          <p:nvPr/>
        </p:nvSpPr>
        <p:spPr>
          <a:xfrm>
            <a:off x="6511688" y="3050833"/>
            <a:ext cx="734700" cy="4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 dirty="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06</a:t>
            </a:r>
            <a:endParaRPr sz="3000" b="1" dirty="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666" name="Google Shape;666;p39"/>
          <p:cNvCxnSpPr>
            <a:stCxn id="660" idx="3"/>
            <a:endCxn id="661" idx="1"/>
          </p:cNvCxnSpPr>
          <p:nvPr/>
        </p:nvCxnSpPr>
        <p:spPr>
          <a:xfrm>
            <a:off x="2632288" y="1605683"/>
            <a:ext cx="15723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67" name="Google Shape;667;p39"/>
          <p:cNvCxnSpPr>
            <a:stCxn id="661" idx="3"/>
            <a:endCxn id="662" idx="1"/>
          </p:cNvCxnSpPr>
          <p:nvPr/>
        </p:nvCxnSpPr>
        <p:spPr>
          <a:xfrm>
            <a:off x="4939338" y="1605683"/>
            <a:ext cx="15723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68" name="Google Shape;668;p39"/>
          <p:cNvCxnSpPr>
            <a:stCxn id="656" idx="2"/>
            <a:endCxn id="663" idx="0"/>
          </p:cNvCxnSpPr>
          <p:nvPr/>
        </p:nvCxnSpPr>
        <p:spPr>
          <a:xfrm rot="5400000">
            <a:off x="4289450" y="461100"/>
            <a:ext cx="565200" cy="4614000"/>
          </a:xfrm>
          <a:prstGeom prst="bentConnector3">
            <a:avLst>
              <a:gd name="adj1" fmla="val 50012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69" name="Google Shape;669;p39"/>
          <p:cNvCxnSpPr>
            <a:stCxn id="663" idx="3"/>
            <a:endCxn id="664" idx="1"/>
          </p:cNvCxnSpPr>
          <p:nvPr/>
        </p:nvCxnSpPr>
        <p:spPr>
          <a:xfrm>
            <a:off x="2632288" y="3274633"/>
            <a:ext cx="15723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70" name="Google Shape;670;p39"/>
          <p:cNvCxnSpPr>
            <a:stCxn id="664" idx="3"/>
            <a:endCxn id="665" idx="1"/>
          </p:cNvCxnSpPr>
          <p:nvPr/>
        </p:nvCxnSpPr>
        <p:spPr>
          <a:xfrm>
            <a:off x="4939338" y="3274633"/>
            <a:ext cx="15723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71" name="Google Shape;671;p39"/>
          <p:cNvCxnSpPr>
            <a:stCxn id="654" idx="0"/>
            <a:endCxn id="660" idx="2"/>
          </p:cNvCxnSpPr>
          <p:nvPr/>
        </p:nvCxnSpPr>
        <p:spPr>
          <a:xfrm rot="10800000">
            <a:off x="2264950" y="1829400"/>
            <a:ext cx="0" cy="271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72" name="Google Shape;672;p39"/>
          <p:cNvCxnSpPr>
            <a:cxnSpLocks/>
            <a:stCxn id="655" idx="0"/>
            <a:endCxn id="661" idx="2"/>
          </p:cNvCxnSpPr>
          <p:nvPr/>
        </p:nvCxnSpPr>
        <p:spPr>
          <a:xfrm flipH="1" flipV="1">
            <a:off x="4571988" y="1829483"/>
            <a:ext cx="12" cy="284875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73" name="Google Shape;673;p39"/>
          <p:cNvCxnSpPr>
            <a:stCxn id="656" idx="0"/>
            <a:endCxn id="662" idx="2"/>
          </p:cNvCxnSpPr>
          <p:nvPr/>
        </p:nvCxnSpPr>
        <p:spPr>
          <a:xfrm rot="10800000">
            <a:off x="6879050" y="1829400"/>
            <a:ext cx="0" cy="271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74" name="Google Shape;674;p39"/>
          <p:cNvCxnSpPr>
            <a:stCxn id="657" idx="0"/>
            <a:endCxn id="663" idx="2"/>
          </p:cNvCxnSpPr>
          <p:nvPr/>
        </p:nvCxnSpPr>
        <p:spPr>
          <a:xfrm rot="10800000">
            <a:off x="2264950" y="3498350"/>
            <a:ext cx="0" cy="271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75" name="Google Shape;675;p39"/>
          <p:cNvCxnSpPr>
            <a:endCxn id="664" idx="2"/>
          </p:cNvCxnSpPr>
          <p:nvPr/>
        </p:nvCxnSpPr>
        <p:spPr>
          <a:xfrm rot="10800000">
            <a:off x="4571988" y="3498433"/>
            <a:ext cx="0" cy="271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76" name="Google Shape;676;p39"/>
          <p:cNvCxnSpPr>
            <a:stCxn id="659" idx="0"/>
            <a:endCxn id="665" idx="2"/>
          </p:cNvCxnSpPr>
          <p:nvPr/>
        </p:nvCxnSpPr>
        <p:spPr>
          <a:xfrm rot="10800000">
            <a:off x="6879050" y="3498350"/>
            <a:ext cx="0" cy="271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6" name="Picture 5" descr="A black and red logo&#10;&#10;AI-generated content may be incorrect.">
            <a:extLst>
              <a:ext uri="{FF2B5EF4-FFF2-40B4-BE49-F238E27FC236}">
                <a16:creationId xmlns:a16="http://schemas.microsoft.com/office/drawing/2014/main" id="{E616F6A6-4068-293F-40D3-F72B6379E5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4586463"/>
            <a:ext cx="394530" cy="39453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3ACD14D-C672-C537-1278-75AECA3E02E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50000"/>
          <a:stretch>
            <a:fillRect/>
          </a:stretch>
        </p:blipFill>
        <p:spPr>
          <a:xfrm>
            <a:off x="889000" y="4718108"/>
            <a:ext cx="1270000" cy="196248"/>
          </a:xfrm>
          <a:prstGeom prst="rect">
            <a:avLst/>
          </a:prstGeom>
        </p:spPr>
      </p:pic>
      <p:sp>
        <p:nvSpPr>
          <p:cNvPr id="8" name="Right Arrow 7">
            <a:extLst>
              <a:ext uri="{FF2B5EF4-FFF2-40B4-BE49-F238E27FC236}">
                <a16:creationId xmlns:a16="http://schemas.microsoft.com/office/drawing/2014/main" id="{0460371B-503B-1894-758D-CEE08EB2D6A5}"/>
              </a:ext>
            </a:extLst>
          </p:cNvPr>
          <p:cNvSpPr/>
          <p:nvPr/>
        </p:nvSpPr>
        <p:spPr>
          <a:xfrm>
            <a:off x="889000" y="4718108"/>
            <a:ext cx="5400000" cy="196248"/>
          </a:xfrm>
          <a:prstGeom prst="rightArrow">
            <a:avLst>
              <a:gd name="adj1" fmla="val 50000"/>
              <a:gd name="adj2" fmla="val 101255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01C1A2C-2D09-8590-B9EA-E5325D0393E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3098" y="4718107"/>
            <a:ext cx="177492" cy="196247"/>
          </a:xfrm>
          <a:prstGeom prst="rect">
            <a:avLst/>
          </a:prstGeom>
        </p:spPr>
      </p:pic>
      <p:pic>
        <p:nvPicPr>
          <p:cNvPr id="10" name="Graphic 9" descr="Question Mark with solid fill">
            <a:extLst>
              <a:ext uri="{FF2B5EF4-FFF2-40B4-BE49-F238E27FC236}">
                <a16:creationId xmlns:a16="http://schemas.microsoft.com/office/drawing/2014/main" id="{E3F934CD-C104-2C82-6148-C716A113A3B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043098" y="4729703"/>
            <a:ext cx="173054" cy="17305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" name="Google Shape;687;p41"/>
          <p:cNvSpPr txBox="1">
            <a:spLocks noGrp="1"/>
          </p:cNvSpPr>
          <p:nvPr>
            <p:ph type="title"/>
          </p:nvPr>
        </p:nvSpPr>
        <p:spPr>
          <a:xfrm>
            <a:off x="713225" y="581200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bg-BG" dirty="0"/>
              <a:t>Защо </a:t>
            </a:r>
            <a:r>
              <a:rPr lang="en-US" dirty="0"/>
              <a:t>DBForge </a:t>
            </a:r>
            <a:r>
              <a:rPr lang="bg-BG" dirty="0"/>
              <a:t>печели?</a:t>
            </a:r>
            <a:endParaRPr dirty="0"/>
          </a:p>
        </p:txBody>
      </p:sp>
      <p:sp>
        <p:nvSpPr>
          <p:cNvPr id="688" name="Google Shape;688;p41"/>
          <p:cNvSpPr/>
          <p:nvPr/>
        </p:nvSpPr>
        <p:spPr>
          <a:xfrm>
            <a:off x="713225" y="1128900"/>
            <a:ext cx="7717500" cy="3475200"/>
          </a:xfrm>
          <a:prstGeom prst="mathPlus">
            <a:avLst>
              <a:gd name="adj1" fmla="val 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93" name="Google Shape;693;p41"/>
          <p:cNvSpPr/>
          <p:nvPr/>
        </p:nvSpPr>
        <p:spPr>
          <a:xfrm>
            <a:off x="1777364" y="1692200"/>
            <a:ext cx="2272528" cy="84145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bg-BG" sz="1200" b="1" dirty="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Стратегия за растеж и разширяване</a:t>
            </a:r>
            <a:endParaRPr sz="1200" b="1" dirty="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694" name="Google Shape;694;p41"/>
          <p:cNvSpPr/>
          <p:nvPr/>
        </p:nvSpPr>
        <p:spPr>
          <a:xfrm>
            <a:off x="1780613" y="3148150"/>
            <a:ext cx="2272528" cy="84145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bg-BG" sz="1200" b="1" dirty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Стратегия за поддържане и защита</a:t>
            </a:r>
            <a:endParaRPr sz="1200" b="1" dirty="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695" name="Google Shape;695;p41"/>
          <p:cNvSpPr/>
          <p:nvPr/>
        </p:nvSpPr>
        <p:spPr>
          <a:xfrm>
            <a:off x="5120529" y="3148150"/>
            <a:ext cx="2272528" cy="82765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bg-BG" sz="1200" b="1" dirty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Стратегия за намаляване или елиминране</a:t>
            </a:r>
            <a:endParaRPr sz="1200" b="1" dirty="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696" name="Google Shape;696;p41"/>
          <p:cNvSpPr/>
          <p:nvPr/>
        </p:nvSpPr>
        <p:spPr>
          <a:xfrm>
            <a:off x="5094109" y="1672850"/>
            <a:ext cx="2272566" cy="851125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bg-BG" sz="1200" b="1" dirty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Стратегия за реориентация или изоставяне</a:t>
            </a:r>
            <a:endParaRPr sz="1200" b="1" dirty="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6" name="Picture 5" descr="A black and red logo&#10;&#10;AI-generated content may be incorrect.">
            <a:extLst>
              <a:ext uri="{FF2B5EF4-FFF2-40B4-BE49-F238E27FC236}">
                <a16:creationId xmlns:a16="http://schemas.microsoft.com/office/drawing/2014/main" id="{546D9129-04F0-F56F-2CC7-8A7BA46E87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4586463"/>
            <a:ext cx="394530" cy="39453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4EF7414-D24F-DB66-970B-C53F43AB5CF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50000"/>
          <a:stretch>
            <a:fillRect/>
          </a:stretch>
        </p:blipFill>
        <p:spPr>
          <a:xfrm>
            <a:off x="889000" y="4718108"/>
            <a:ext cx="1270000" cy="196248"/>
          </a:xfrm>
          <a:prstGeom prst="rect">
            <a:avLst/>
          </a:prstGeom>
        </p:spPr>
      </p:pic>
      <p:sp>
        <p:nvSpPr>
          <p:cNvPr id="8" name="Right Arrow 7">
            <a:extLst>
              <a:ext uri="{FF2B5EF4-FFF2-40B4-BE49-F238E27FC236}">
                <a16:creationId xmlns:a16="http://schemas.microsoft.com/office/drawing/2014/main" id="{5B785F84-CFE7-6AD5-D20C-9DC6344C5EFB}"/>
              </a:ext>
            </a:extLst>
          </p:cNvPr>
          <p:cNvSpPr/>
          <p:nvPr/>
        </p:nvSpPr>
        <p:spPr>
          <a:xfrm>
            <a:off x="889000" y="4718108"/>
            <a:ext cx="5940000" cy="196248"/>
          </a:xfrm>
          <a:prstGeom prst="rightArrow">
            <a:avLst>
              <a:gd name="adj1" fmla="val 50000"/>
              <a:gd name="adj2" fmla="val 101255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B11D018-E937-66F5-8DB3-6ECCE8831C6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3098" y="4718107"/>
            <a:ext cx="177492" cy="196247"/>
          </a:xfrm>
          <a:prstGeom prst="rect">
            <a:avLst/>
          </a:prstGeom>
        </p:spPr>
      </p:pic>
      <p:pic>
        <p:nvPicPr>
          <p:cNvPr id="10" name="Graphic 9" descr="Question Mark with solid fill">
            <a:extLst>
              <a:ext uri="{FF2B5EF4-FFF2-40B4-BE49-F238E27FC236}">
                <a16:creationId xmlns:a16="http://schemas.microsoft.com/office/drawing/2014/main" id="{91079E03-AF9B-87CF-CE75-2600B32169A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043098" y="4729703"/>
            <a:ext cx="173054" cy="17305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15676224-E467-24C3-6429-69DE0F581C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23243" y="3513350"/>
            <a:ext cx="4906915" cy="1082736"/>
          </a:xfrm>
          <a:prstGeom prst="rect">
            <a:avLst/>
          </a:prstGeom>
        </p:spPr>
      </p:pic>
      <p:sp>
        <p:nvSpPr>
          <p:cNvPr id="681" name="Google Shape;681;p40"/>
          <p:cNvSpPr txBox="1">
            <a:spLocks noGrp="1"/>
          </p:cNvSpPr>
          <p:nvPr>
            <p:ph type="title"/>
          </p:nvPr>
        </p:nvSpPr>
        <p:spPr>
          <a:xfrm>
            <a:off x="554538" y="175768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bg-BG" dirty="0"/>
              <a:t>Разширения в бъдеще</a:t>
            </a:r>
            <a:endParaRPr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1B7C5AD-9265-A2E7-96A4-D010223764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5864559"/>
              </p:ext>
            </p:extLst>
          </p:nvPr>
        </p:nvGraphicFramePr>
        <p:xfrm>
          <a:off x="997438" y="911976"/>
          <a:ext cx="7149124" cy="3456930"/>
        </p:xfrm>
        <a:graphic>
          <a:graphicData uri="http://schemas.openxmlformats.org/drawingml/2006/table">
            <a:tbl>
              <a:tblPr/>
              <a:tblGrid>
                <a:gridCol w="3574562">
                  <a:extLst>
                    <a:ext uri="{9D8B030D-6E8A-4147-A177-3AD203B41FA5}">
                      <a16:colId xmlns:a16="http://schemas.microsoft.com/office/drawing/2014/main" val="3480567040"/>
                    </a:ext>
                  </a:extLst>
                </a:gridCol>
                <a:gridCol w="3574562">
                  <a:extLst>
                    <a:ext uri="{9D8B030D-6E8A-4147-A177-3AD203B41FA5}">
                      <a16:colId xmlns:a16="http://schemas.microsoft.com/office/drawing/2014/main" val="1097514968"/>
                    </a:ext>
                  </a:extLst>
                </a:gridCol>
              </a:tblGrid>
              <a:tr h="2372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bg-BG" sz="1700" b="1" dirty="0"/>
                        <a:t>Категория</a:t>
                      </a:r>
                      <a:endParaRPr lang="bg-BG" sz="1700" dirty="0"/>
                    </a:p>
                  </a:txBody>
                  <a:tcPr marL="71173" marR="71173" marT="35586" marB="3558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bg-BG" sz="1700" b="1" dirty="0"/>
                        <a:t>Описание</a:t>
                      </a:r>
                      <a:endParaRPr lang="bg-BG" sz="1700" dirty="0"/>
                    </a:p>
                  </a:txBody>
                  <a:tcPr marL="71173" marR="71173" marT="35586" marB="3558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8621719"/>
                  </a:ext>
                </a:extLst>
              </a:tr>
              <a:tr h="6736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bg-BG" sz="1100" b="1" dirty="0"/>
                        <a:t>Нови бази данни</a:t>
                      </a:r>
                      <a:endParaRPr lang="bg-BG" sz="1100" dirty="0"/>
                    </a:p>
                  </a:txBody>
                  <a:tcPr marL="71173" marR="71173" marT="35586" marB="3558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bg-BG" sz="1100" dirty="0"/>
                        <a:t>Въвеждане на </a:t>
                      </a:r>
                      <a:r>
                        <a:rPr lang="en-US" sz="1100" dirty="0"/>
                        <a:t>Oracle, SQL Server, MongoDB, DynamoDB, Redis. </a:t>
                      </a:r>
                      <a:r>
                        <a:rPr lang="bg-BG" sz="1100" dirty="0"/>
                        <a:t>Поддръжка на различни </a:t>
                      </a:r>
                      <a:r>
                        <a:rPr lang="en-US" sz="1100" dirty="0"/>
                        <a:t>storage engines </a:t>
                      </a:r>
                      <a:r>
                        <a:rPr lang="bg-BG" sz="1100" dirty="0"/>
                        <a:t>и автоматични миграции.</a:t>
                      </a:r>
                    </a:p>
                  </a:txBody>
                  <a:tcPr marL="71173" marR="71173" marT="35586" marB="3558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1351335"/>
                  </a:ext>
                </a:extLst>
              </a:tr>
              <a:tr h="5693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bg-BG" sz="1100" b="1" dirty="0"/>
                        <a:t>Автоматизации</a:t>
                      </a:r>
                      <a:endParaRPr lang="bg-BG" sz="1100" dirty="0"/>
                    </a:p>
                  </a:txBody>
                  <a:tcPr marL="71173" marR="71173" marT="35586" marB="3558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bg-BG" sz="1100" dirty="0"/>
                        <a:t>Автоматизирани бекъпи, възстановяване, </a:t>
                      </a:r>
                      <a:r>
                        <a:rPr lang="en-US" sz="1100" dirty="0"/>
                        <a:t>scheduler </a:t>
                      </a:r>
                      <a:r>
                        <a:rPr lang="bg-BG" sz="1100" dirty="0"/>
                        <a:t>задачи, </a:t>
                      </a:r>
                      <a:r>
                        <a:rPr lang="en-US" sz="1100" dirty="0"/>
                        <a:t>auto-migrate </a:t>
                      </a:r>
                      <a:r>
                        <a:rPr lang="bg-BG" sz="1100" dirty="0"/>
                        <a:t>система, </a:t>
                      </a:r>
                      <a:r>
                        <a:rPr lang="en-US" sz="1100" dirty="0"/>
                        <a:t>zero-downtime updates.</a:t>
                      </a:r>
                    </a:p>
                  </a:txBody>
                  <a:tcPr marL="71173" marR="71173" marT="35586" marB="3558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1306878"/>
                  </a:ext>
                </a:extLst>
              </a:tr>
              <a:tr h="7354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/>
                        <a:t>DBForge AI Assistant</a:t>
                      </a:r>
                      <a:endParaRPr lang="en-US" sz="1100" dirty="0"/>
                    </a:p>
                  </a:txBody>
                  <a:tcPr marL="71173" marR="71173" marT="35586" marB="3558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bg-BG" sz="1100" dirty="0"/>
                        <a:t>Генериране на </a:t>
                      </a:r>
                      <a:r>
                        <a:rPr lang="en-US" sz="1100" dirty="0"/>
                        <a:t>SQL </a:t>
                      </a:r>
                      <a:r>
                        <a:rPr lang="bg-BG" sz="1100" dirty="0"/>
                        <a:t>чрез естествен език, оптимизация на заявки, автоматично откриване на проблеми, </a:t>
                      </a:r>
                      <a:r>
                        <a:rPr lang="en-US" sz="1100" dirty="0"/>
                        <a:t>AI-</a:t>
                      </a:r>
                      <a:r>
                        <a:rPr lang="bg-BG" sz="1100" dirty="0"/>
                        <a:t>базирани препоръки.</a:t>
                      </a:r>
                    </a:p>
                  </a:txBody>
                  <a:tcPr marL="71173" marR="71173" marT="35586" marB="3558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4518648"/>
                  </a:ext>
                </a:extLst>
              </a:tr>
              <a:tr h="5693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/>
                        <a:t>Live Replication &amp; Scaling</a:t>
                      </a:r>
                      <a:endParaRPr lang="en-US" sz="1100" dirty="0"/>
                    </a:p>
                  </a:txBody>
                  <a:tcPr marL="71173" marR="71173" marT="35586" marB="3558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bg-BG" sz="1100" dirty="0"/>
                        <a:t>Репликация между региони в реално време, </a:t>
                      </a:r>
                      <a:r>
                        <a:rPr lang="en-US" sz="1100" dirty="0"/>
                        <a:t>autoscaling, geo-distributed deployment, high-availability </a:t>
                      </a:r>
                      <a:r>
                        <a:rPr lang="bg-BG" sz="1100" dirty="0"/>
                        <a:t>кластер.</a:t>
                      </a:r>
                    </a:p>
                  </a:txBody>
                  <a:tcPr marL="71173" marR="71173" marT="35586" marB="3558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5247080"/>
                  </a:ext>
                </a:extLst>
              </a:tr>
              <a:tr h="5693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bg-BG" sz="1100" b="1" dirty="0"/>
                        <a:t>Интеграции и </a:t>
                      </a:r>
                      <a:r>
                        <a:rPr lang="en-US" sz="1100" b="1" dirty="0"/>
                        <a:t>Marketplace</a:t>
                      </a:r>
                      <a:endParaRPr lang="en-US" sz="1100" dirty="0"/>
                    </a:p>
                  </a:txBody>
                  <a:tcPr marL="71173" marR="71173" marT="35586" marB="3558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bg-BG" sz="1100" dirty="0"/>
                        <a:t>Добавяне на плъгини от общността, интеграции с </a:t>
                      </a:r>
                      <a:r>
                        <a:rPr lang="en-US" sz="1100" dirty="0"/>
                        <a:t>Zapier, GitHub Actions, CI/CD, ETL </a:t>
                      </a:r>
                      <a:r>
                        <a:rPr lang="bg-BG" sz="1100" dirty="0"/>
                        <a:t>инструменти.</a:t>
                      </a:r>
                    </a:p>
                  </a:txBody>
                  <a:tcPr marL="71173" marR="71173" marT="35586" marB="3558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88720807"/>
                  </a:ext>
                </a:extLst>
              </a:tr>
            </a:tbl>
          </a:graphicData>
        </a:graphic>
      </p:graphicFrame>
      <p:pic>
        <p:nvPicPr>
          <p:cNvPr id="7" name="Picture 6" descr="A black and red logo&#10;&#10;AI-generated content may be incorrect.">
            <a:extLst>
              <a:ext uri="{FF2B5EF4-FFF2-40B4-BE49-F238E27FC236}">
                <a16:creationId xmlns:a16="http://schemas.microsoft.com/office/drawing/2014/main" id="{A9DA979F-868D-485B-E107-C461F3B941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" y="4586463"/>
            <a:ext cx="394530" cy="39453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150B2F7-8598-22E8-C82C-F232FA3D6CB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50000"/>
          <a:stretch>
            <a:fillRect/>
          </a:stretch>
        </p:blipFill>
        <p:spPr>
          <a:xfrm>
            <a:off x="889000" y="4718108"/>
            <a:ext cx="1270000" cy="196248"/>
          </a:xfrm>
          <a:prstGeom prst="rect">
            <a:avLst/>
          </a:prstGeom>
        </p:spPr>
      </p:pic>
      <p:sp>
        <p:nvSpPr>
          <p:cNvPr id="10" name="Right Arrow 9">
            <a:extLst>
              <a:ext uri="{FF2B5EF4-FFF2-40B4-BE49-F238E27FC236}">
                <a16:creationId xmlns:a16="http://schemas.microsoft.com/office/drawing/2014/main" id="{B304D4C9-D7A7-87F3-948E-94CE6F671696}"/>
              </a:ext>
            </a:extLst>
          </p:cNvPr>
          <p:cNvSpPr/>
          <p:nvPr/>
        </p:nvSpPr>
        <p:spPr>
          <a:xfrm>
            <a:off x="889000" y="4718108"/>
            <a:ext cx="6480000" cy="196248"/>
          </a:xfrm>
          <a:prstGeom prst="rightArrow">
            <a:avLst>
              <a:gd name="adj1" fmla="val 50000"/>
              <a:gd name="adj2" fmla="val 101255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418059B-E7B2-A97F-13E0-3D9C79937A1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43098" y="4718107"/>
            <a:ext cx="177492" cy="196247"/>
          </a:xfrm>
          <a:prstGeom prst="rect">
            <a:avLst/>
          </a:prstGeom>
        </p:spPr>
      </p:pic>
      <p:pic>
        <p:nvPicPr>
          <p:cNvPr id="12" name="Graphic 11" descr="Question Mark with solid fill">
            <a:extLst>
              <a:ext uri="{FF2B5EF4-FFF2-40B4-BE49-F238E27FC236}">
                <a16:creationId xmlns:a16="http://schemas.microsoft.com/office/drawing/2014/main" id="{FCF6CFD1-F324-0C8B-1C1E-B492BA0F9C4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043098" y="4729703"/>
            <a:ext cx="173054" cy="17305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2E659E0-9ABD-EB21-8605-FB23D711BF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23243" y="3513350"/>
            <a:ext cx="4906915" cy="1082736"/>
          </a:xfrm>
          <a:prstGeom prst="rect">
            <a:avLst/>
          </a:prstGeom>
        </p:spPr>
      </p:pic>
      <p:sp>
        <p:nvSpPr>
          <p:cNvPr id="765" name="Google Shape;765;p45"/>
          <p:cNvSpPr txBox="1">
            <a:spLocks noGrp="1"/>
          </p:cNvSpPr>
          <p:nvPr>
            <p:ph type="title"/>
          </p:nvPr>
        </p:nvSpPr>
        <p:spPr>
          <a:xfrm>
            <a:off x="2023243" y="730450"/>
            <a:ext cx="5263509" cy="89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bg-BG" dirty="0"/>
              <a:t>Благодарим за вниманието!</a:t>
            </a:r>
            <a:endParaRPr dirty="0"/>
          </a:p>
        </p:txBody>
      </p:sp>
      <p:sp>
        <p:nvSpPr>
          <p:cNvPr id="766" name="Google Shape;766;p45"/>
          <p:cNvSpPr txBox="1">
            <a:spLocks noGrp="1"/>
          </p:cNvSpPr>
          <p:nvPr>
            <p:ph type="subTitle" idx="1"/>
          </p:nvPr>
        </p:nvSpPr>
        <p:spPr>
          <a:xfrm>
            <a:off x="3006287" y="2360656"/>
            <a:ext cx="3108300" cy="105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bg-BG" dirty="0"/>
              <a:t>Имате ли въпроси?</a:t>
            </a:r>
            <a:endParaRPr dirty="0"/>
          </a:p>
          <a:p>
            <a:pPr marL="0" lvl="0" indent="0" algn="ctr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dirty="0"/>
              <a:t>info@dbforge.dev</a:t>
            </a:r>
            <a:endParaRPr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hlinkClick r:id="rId4"/>
              </a:rPr>
              <a:t>dbforge.dev</a:t>
            </a:r>
            <a:endParaRPr dirty="0"/>
          </a:p>
        </p:txBody>
      </p:sp>
      <p:grpSp>
        <p:nvGrpSpPr>
          <p:cNvPr id="768" name="Google Shape;768;p45"/>
          <p:cNvGrpSpPr/>
          <p:nvPr/>
        </p:nvGrpSpPr>
        <p:grpSpPr>
          <a:xfrm>
            <a:off x="2772485" y="3826112"/>
            <a:ext cx="457235" cy="457211"/>
            <a:chOff x="266768" y="1721375"/>
            <a:chExt cx="397907" cy="397887"/>
          </a:xfrm>
        </p:grpSpPr>
        <p:sp>
          <p:nvSpPr>
            <p:cNvPr id="769" name="Google Shape;769;p45"/>
            <p:cNvSpPr/>
            <p:nvPr/>
          </p:nvSpPr>
          <p:spPr>
            <a:xfrm>
              <a:off x="454843" y="1791037"/>
              <a:ext cx="136218" cy="328222"/>
            </a:xfrm>
            <a:custGeom>
              <a:avLst/>
              <a:gdLst/>
              <a:ahLst/>
              <a:cxnLst/>
              <a:rect l="l" t="t" r="r" b="b"/>
              <a:pathLst>
                <a:path w="6527" h="15727" extrusionOk="0">
                  <a:moveTo>
                    <a:pt x="4957" y="1"/>
                  </a:moveTo>
                  <a:cubicBezTo>
                    <a:pt x="4645" y="1"/>
                    <a:pt x="4336" y="24"/>
                    <a:pt x="4028" y="69"/>
                  </a:cubicBezTo>
                  <a:cubicBezTo>
                    <a:pt x="2588" y="280"/>
                    <a:pt x="1700" y="890"/>
                    <a:pt x="1675" y="2250"/>
                  </a:cubicBezTo>
                  <a:lnTo>
                    <a:pt x="1675" y="5040"/>
                  </a:lnTo>
                  <a:cubicBezTo>
                    <a:pt x="1675" y="5348"/>
                    <a:pt x="1426" y="5599"/>
                    <a:pt x="1118" y="5599"/>
                  </a:cubicBezTo>
                  <a:lnTo>
                    <a:pt x="0" y="5599"/>
                  </a:lnTo>
                  <a:lnTo>
                    <a:pt x="0" y="6715"/>
                  </a:lnTo>
                  <a:lnTo>
                    <a:pt x="1118" y="6715"/>
                  </a:lnTo>
                  <a:cubicBezTo>
                    <a:pt x="1426" y="6715"/>
                    <a:pt x="1675" y="6965"/>
                    <a:pt x="1675" y="7274"/>
                  </a:cubicBezTo>
                  <a:lnTo>
                    <a:pt x="1675" y="15727"/>
                  </a:lnTo>
                  <a:lnTo>
                    <a:pt x="3352" y="15727"/>
                  </a:lnTo>
                  <a:lnTo>
                    <a:pt x="3352" y="7274"/>
                  </a:lnTo>
                  <a:cubicBezTo>
                    <a:pt x="3352" y="6965"/>
                    <a:pt x="3602" y="6715"/>
                    <a:pt x="3910" y="6715"/>
                  </a:cubicBezTo>
                  <a:lnTo>
                    <a:pt x="5709" y="6715"/>
                  </a:lnTo>
                  <a:lnTo>
                    <a:pt x="5987" y="5599"/>
                  </a:lnTo>
                  <a:lnTo>
                    <a:pt x="3910" y="5599"/>
                  </a:lnTo>
                  <a:cubicBezTo>
                    <a:pt x="3602" y="5599"/>
                    <a:pt x="3352" y="5348"/>
                    <a:pt x="3352" y="5040"/>
                  </a:cubicBezTo>
                  <a:lnTo>
                    <a:pt x="3352" y="3253"/>
                  </a:lnTo>
                  <a:cubicBezTo>
                    <a:pt x="3352" y="2316"/>
                    <a:pt x="3942" y="1677"/>
                    <a:pt x="4968" y="1504"/>
                  </a:cubicBezTo>
                  <a:cubicBezTo>
                    <a:pt x="5157" y="1473"/>
                    <a:pt x="5339" y="1460"/>
                    <a:pt x="5511" y="1460"/>
                  </a:cubicBezTo>
                  <a:cubicBezTo>
                    <a:pt x="5810" y="1460"/>
                    <a:pt x="6082" y="1498"/>
                    <a:pt x="6324" y="1546"/>
                  </a:cubicBezTo>
                  <a:lnTo>
                    <a:pt x="6526" y="182"/>
                  </a:lnTo>
                  <a:cubicBezTo>
                    <a:pt x="5988" y="62"/>
                    <a:pt x="5468" y="1"/>
                    <a:pt x="49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70" name="Google Shape;770;p45"/>
            <p:cNvSpPr/>
            <p:nvPr/>
          </p:nvSpPr>
          <p:spPr>
            <a:xfrm>
              <a:off x="266768" y="1721375"/>
              <a:ext cx="397907" cy="397887"/>
            </a:xfrm>
            <a:custGeom>
              <a:avLst/>
              <a:gdLst/>
              <a:ahLst/>
              <a:cxnLst/>
              <a:rect l="l" t="t" r="r" b="b"/>
              <a:pathLst>
                <a:path w="19066" h="19065" extrusionOk="0">
                  <a:moveTo>
                    <a:pt x="2794" y="0"/>
                  </a:moveTo>
                  <a:cubicBezTo>
                    <a:pt x="1255" y="0"/>
                    <a:pt x="1" y="1253"/>
                    <a:pt x="1" y="2793"/>
                  </a:cubicBezTo>
                  <a:lnTo>
                    <a:pt x="1" y="16271"/>
                  </a:lnTo>
                  <a:cubicBezTo>
                    <a:pt x="1" y="17812"/>
                    <a:pt x="1255" y="19065"/>
                    <a:pt x="2794" y="19065"/>
                  </a:cubicBezTo>
                  <a:lnTo>
                    <a:pt x="9571" y="19065"/>
                  </a:lnTo>
                  <a:lnTo>
                    <a:pt x="9571" y="11171"/>
                  </a:lnTo>
                  <a:lnTo>
                    <a:pt x="8453" y="11171"/>
                  </a:lnTo>
                  <a:cubicBezTo>
                    <a:pt x="8145" y="11171"/>
                    <a:pt x="7896" y="10920"/>
                    <a:pt x="7896" y="10612"/>
                  </a:cubicBezTo>
                  <a:lnTo>
                    <a:pt x="7896" y="8378"/>
                  </a:lnTo>
                  <a:cubicBezTo>
                    <a:pt x="7896" y="8070"/>
                    <a:pt x="8145" y="7819"/>
                    <a:pt x="8453" y="7819"/>
                  </a:cubicBezTo>
                  <a:lnTo>
                    <a:pt x="9571" y="7819"/>
                  </a:lnTo>
                  <a:lnTo>
                    <a:pt x="9571" y="5836"/>
                  </a:lnTo>
                  <a:cubicBezTo>
                    <a:pt x="9571" y="3710"/>
                    <a:pt x="10741" y="2615"/>
                    <a:pt x="12878" y="2302"/>
                  </a:cubicBezTo>
                  <a:cubicBezTo>
                    <a:pt x="13231" y="2249"/>
                    <a:pt x="13591" y="2223"/>
                    <a:pt x="13956" y="2223"/>
                  </a:cubicBezTo>
                  <a:cubicBezTo>
                    <a:pt x="14725" y="2223"/>
                    <a:pt x="15517" y="2339"/>
                    <a:pt x="16318" y="2567"/>
                  </a:cubicBezTo>
                  <a:cubicBezTo>
                    <a:pt x="16589" y="2643"/>
                    <a:pt x="16759" y="2908"/>
                    <a:pt x="16718" y="3186"/>
                  </a:cubicBezTo>
                  <a:lnTo>
                    <a:pt x="16352" y="5650"/>
                  </a:lnTo>
                  <a:cubicBezTo>
                    <a:pt x="16329" y="5806"/>
                    <a:pt x="16240" y="5944"/>
                    <a:pt x="16111" y="6031"/>
                  </a:cubicBezTo>
                  <a:cubicBezTo>
                    <a:pt x="16006" y="6102"/>
                    <a:pt x="15912" y="6127"/>
                    <a:pt x="15818" y="6127"/>
                  </a:cubicBezTo>
                  <a:cubicBezTo>
                    <a:pt x="15717" y="6127"/>
                    <a:pt x="15614" y="6098"/>
                    <a:pt x="15494" y="6068"/>
                  </a:cubicBezTo>
                  <a:cubicBezTo>
                    <a:pt x="15202" y="5995"/>
                    <a:pt x="14879" y="5914"/>
                    <a:pt x="14527" y="5914"/>
                  </a:cubicBezTo>
                  <a:cubicBezTo>
                    <a:pt x="14409" y="5914"/>
                    <a:pt x="14289" y="5923"/>
                    <a:pt x="14165" y="5944"/>
                  </a:cubicBezTo>
                  <a:cubicBezTo>
                    <a:pt x="13534" y="6050"/>
                    <a:pt x="13481" y="6333"/>
                    <a:pt x="13481" y="6590"/>
                  </a:cubicBezTo>
                  <a:lnTo>
                    <a:pt x="13481" y="7819"/>
                  </a:lnTo>
                  <a:lnTo>
                    <a:pt x="15715" y="7819"/>
                  </a:lnTo>
                  <a:cubicBezTo>
                    <a:pt x="15887" y="7819"/>
                    <a:pt x="16048" y="7899"/>
                    <a:pt x="16154" y="8035"/>
                  </a:cubicBezTo>
                  <a:cubicBezTo>
                    <a:pt x="16260" y="8169"/>
                    <a:pt x="16297" y="8346"/>
                    <a:pt x="16256" y="8513"/>
                  </a:cubicBezTo>
                  <a:lnTo>
                    <a:pt x="15697" y="10747"/>
                  </a:lnTo>
                  <a:cubicBezTo>
                    <a:pt x="15635" y="10996"/>
                    <a:pt x="15412" y="11170"/>
                    <a:pt x="15156" y="11170"/>
                  </a:cubicBezTo>
                  <a:lnTo>
                    <a:pt x="13481" y="11170"/>
                  </a:lnTo>
                  <a:lnTo>
                    <a:pt x="13481" y="19065"/>
                  </a:lnTo>
                  <a:lnTo>
                    <a:pt x="16272" y="19065"/>
                  </a:lnTo>
                  <a:cubicBezTo>
                    <a:pt x="17813" y="19065"/>
                    <a:pt x="19066" y="17810"/>
                    <a:pt x="19066" y="16271"/>
                  </a:cubicBezTo>
                  <a:lnTo>
                    <a:pt x="19066" y="2793"/>
                  </a:lnTo>
                  <a:cubicBezTo>
                    <a:pt x="19066" y="1253"/>
                    <a:pt x="17813" y="0"/>
                    <a:pt x="1627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771" name="Google Shape;771;p45"/>
          <p:cNvGrpSpPr/>
          <p:nvPr/>
        </p:nvGrpSpPr>
        <p:grpSpPr>
          <a:xfrm>
            <a:off x="4728239" y="3822101"/>
            <a:ext cx="457211" cy="457211"/>
            <a:chOff x="1379798" y="1723250"/>
            <a:chExt cx="397887" cy="397887"/>
          </a:xfrm>
        </p:grpSpPr>
        <p:sp>
          <p:nvSpPr>
            <p:cNvPr id="772" name="Google Shape;772;p45"/>
            <p:cNvSpPr/>
            <p:nvPr/>
          </p:nvSpPr>
          <p:spPr>
            <a:xfrm>
              <a:off x="1462169" y="1793977"/>
              <a:ext cx="23354" cy="23312"/>
            </a:xfrm>
            <a:custGeom>
              <a:avLst/>
              <a:gdLst/>
              <a:ahLst/>
              <a:cxnLst/>
              <a:rect l="l" t="t" r="r" b="b"/>
              <a:pathLst>
                <a:path w="1119" h="1117" extrusionOk="0">
                  <a:moveTo>
                    <a:pt x="559" y="1"/>
                  </a:moveTo>
                  <a:cubicBezTo>
                    <a:pt x="251" y="1"/>
                    <a:pt x="0" y="250"/>
                    <a:pt x="0" y="558"/>
                  </a:cubicBezTo>
                  <a:cubicBezTo>
                    <a:pt x="0" y="866"/>
                    <a:pt x="251" y="1117"/>
                    <a:pt x="559" y="1117"/>
                  </a:cubicBezTo>
                  <a:cubicBezTo>
                    <a:pt x="867" y="1117"/>
                    <a:pt x="1118" y="866"/>
                    <a:pt x="1118" y="558"/>
                  </a:cubicBezTo>
                  <a:cubicBezTo>
                    <a:pt x="1118" y="250"/>
                    <a:pt x="867" y="1"/>
                    <a:pt x="55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73" name="Google Shape;773;p45"/>
            <p:cNvSpPr/>
            <p:nvPr/>
          </p:nvSpPr>
          <p:spPr>
            <a:xfrm>
              <a:off x="1379798" y="1723250"/>
              <a:ext cx="397887" cy="397887"/>
            </a:xfrm>
            <a:custGeom>
              <a:avLst/>
              <a:gdLst/>
              <a:ahLst/>
              <a:cxnLst/>
              <a:rect l="l" t="t" r="r" b="b"/>
              <a:pathLst>
                <a:path w="19065" h="19065" extrusionOk="0">
                  <a:moveTo>
                    <a:pt x="4506" y="2271"/>
                  </a:moveTo>
                  <a:cubicBezTo>
                    <a:pt x="5429" y="2271"/>
                    <a:pt x="6181" y="3023"/>
                    <a:pt x="6181" y="3947"/>
                  </a:cubicBezTo>
                  <a:cubicBezTo>
                    <a:pt x="6181" y="4872"/>
                    <a:pt x="5429" y="5622"/>
                    <a:pt x="4506" y="5622"/>
                  </a:cubicBezTo>
                  <a:cubicBezTo>
                    <a:pt x="3583" y="5622"/>
                    <a:pt x="2831" y="4872"/>
                    <a:pt x="2831" y="3947"/>
                  </a:cubicBezTo>
                  <a:cubicBezTo>
                    <a:pt x="2831" y="3023"/>
                    <a:pt x="3583" y="2271"/>
                    <a:pt x="4506" y="2271"/>
                  </a:cubicBezTo>
                  <a:close/>
                  <a:moveTo>
                    <a:pt x="5622" y="6740"/>
                  </a:moveTo>
                  <a:cubicBezTo>
                    <a:pt x="5932" y="6740"/>
                    <a:pt x="6181" y="6989"/>
                    <a:pt x="6181" y="7299"/>
                  </a:cubicBezTo>
                  <a:lnTo>
                    <a:pt x="6181" y="16234"/>
                  </a:lnTo>
                  <a:cubicBezTo>
                    <a:pt x="6181" y="16544"/>
                    <a:pt x="5932" y="16793"/>
                    <a:pt x="5622" y="16793"/>
                  </a:cubicBezTo>
                  <a:lnTo>
                    <a:pt x="3388" y="16793"/>
                  </a:lnTo>
                  <a:cubicBezTo>
                    <a:pt x="3080" y="16793"/>
                    <a:pt x="2831" y="16544"/>
                    <a:pt x="2831" y="16234"/>
                  </a:cubicBezTo>
                  <a:lnTo>
                    <a:pt x="2831" y="7299"/>
                  </a:lnTo>
                  <a:cubicBezTo>
                    <a:pt x="2831" y="6989"/>
                    <a:pt x="3080" y="6740"/>
                    <a:pt x="3388" y="6740"/>
                  </a:cubicBezTo>
                  <a:close/>
                  <a:moveTo>
                    <a:pt x="12596" y="6721"/>
                  </a:moveTo>
                  <a:cubicBezTo>
                    <a:pt x="12811" y="6721"/>
                    <a:pt x="13027" y="6739"/>
                    <a:pt x="13241" y="6774"/>
                  </a:cubicBezTo>
                  <a:cubicBezTo>
                    <a:pt x="15058" y="7069"/>
                    <a:pt x="16235" y="8557"/>
                    <a:pt x="16235" y="10223"/>
                  </a:cubicBezTo>
                  <a:lnTo>
                    <a:pt x="16235" y="16234"/>
                  </a:lnTo>
                  <a:cubicBezTo>
                    <a:pt x="16235" y="16544"/>
                    <a:pt x="15985" y="16793"/>
                    <a:pt x="15676" y="16793"/>
                  </a:cubicBezTo>
                  <a:lnTo>
                    <a:pt x="13441" y="16793"/>
                  </a:lnTo>
                  <a:cubicBezTo>
                    <a:pt x="13133" y="16793"/>
                    <a:pt x="12884" y="16544"/>
                    <a:pt x="12884" y="16234"/>
                  </a:cubicBezTo>
                  <a:lnTo>
                    <a:pt x="12884" y="11209"/>
                  </a:lnTo>
                  <a:cubicBezTo>
                    <a:pt x="12884" y="10593"/>
                    <a:pt x="12382" y="10091"/>
                    <a:pt x="11766" y="10091"/>
                  </a:cubicBezTo>
                  <a:cubicBezTo>
                    <a:pt x="11150" y="10091"/>
                    <a:pt x="10650" y="10593"/>
                    <a:pt x="10650" y="11209"/>
                  </a:cubicBezTo>
                  <a:lnTo>
                    <a:pt x="10650" y="16234"/>
                  </a:lnTo>
                  <a:cubicBezTo>
                    <a:pt x="10650" y="16544"/>
                    <a:pt x="10399" y="16793"/>
                    <a:pt x="10091" y="16793"/>
                  </a:cubicBezTo>
                  <a:lnTo>
                    <a:pt x="7857" y="16793"/>
                  </a:lnTo>
                  <a:cubicBezTo>
                    <a:pt x="7547" y="16793"/>
                    <a:pt x="7298" y="16544"/>
                    <a:pt x="7298" y="16234"/>
                  </a:cubicBezTo>
                  <a:lnTo>
                    <a:pt x="7298" y="7299"/>
                  </a:lnTo>
                  <a:cubicBezTo>
                    <a:pt x="7298" y="6989"/>
                    <a:pt x="7547" y="6740"/>
                    <a:pt x="7857" y="6740"/>
                  </a:cubicBezTo>
                  <a:lnTo>
                    <a:pt x="10091" y="6740"/>
                  </a:lnTo>
                  <a:cubicBezTo>
                    <a:pt x="10377" y="6740"/>
                    <a:pt x="10613" y="6956"/>
                    <a:pt x="10644" y="7234"/>
                  </a:cubicBezTo>
                  <a:cubicBezTo>
                    <a:pt x="11219" y="6901"/>
                    <a:pt x="11901" y="6721"/>
                    <a:pt x="12596" y="6721"/>
                  </a:cubicBezTo>
                  <a:close/>
                  <a:moveTo>
                    <a:pt x="2831" y="0"/>
                  </a:moveTo>
                  <a:cubicBezTo>
                    <a:pt x="1290" y="0"/>
                    <a:pt x="0" y="1290"/>
                    <a:pt x="0" y="2831"/>
                  </a:cubicBezTo>
                  <a:lnTo>
                    <a:pt x="0" y="16234"/>
                  </a:lnTo>
                  <a:cubicBezTo>
                    <a:pt x="0" y="17775"/>
                    <a:pt x="1290" y="19065"/>
                    <a:pt x="2831" y="19065"/>
                  </a:cubicBezTo>
                  <a:lnTo>
                    <a:pt x="16235" y="19065"/>
                  </a:lnTo>
                  <a:cubicBezTo>
                    <a:pt x="17774" y="19065"/>
                    <a:pt x="19065" y="17775"/>
                    <a:pt x="19065" y="16234"/>
                  </a:cubicBezTo>
                  <a:lnTo>
                    <a:pt x="19065" y="2831"/>
                  </a:lnTo>
                  <a:cubicBezTo>
                    <a:pt x="19065" y="1290"/>
                    <a:pt x="17774" y="0"/>
                    <a:pt x="1623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74" name="Google Shape;774;p45"/>
            <p:cNvSpPr/>
            <p:nvPr/>
          </p:nvSpPr>
          <p:spPr>
            <a:xfrm>
              <a:off x="1555413" y="1886846"/>
              <a:ext cx="139912" cy="163558"/>
            </a:xfrm>
            <a:custGeom>
              <a:avLst/>
              <a:gdLst/>
              <a:ahLst/>
              <a:cxnLst/>
              <a:rect l="l" t="t" r="r" b="b"/>
              <a:pathLst>
                <a:path w="6704" h="7837" extrusionOk="0">
                  <a:moveTo>
                    <a:pt x="4182" y="0"/>
                  </a:moveTo>
                  <a:cubicBezTo>
                    <a:pt x="3474" y="0"/>
                    <a:pt x="2782" y="261"/>
                    <a:pt x="2332" y="711"/>
                  </a:cubicBezTo>
                  <a:cubicBezTo>
                    <a:pt x="2108" y="935"/>
                    <a:pt x="1938" y="1142"/>
                    <a:pt x="1686" y="1142"/>
                  </a:cubicBezTo>
                  <a:cubicBezTo>
                    <a:pt x="1618" y="1142"/>
                    <a:pt x="1544" y="1127"/>
                    <a:pt x="1462" y="1093"/>
                  </a:cubicBezTo>
                  <a:cubicBezTo>
                    <a:pt x="1253" y="1006"/>
                    <a:pt x="1117" y="803"/>
                    <a:pt x="1117" y="576"/>
                  </a:cubicBezTo>
                  <a:lnTo>
                    <a:pt x="1117" y="17"/>
                  </a:lnTo>
                  <a:lnTo>
                    <a:pt x="1" y="17"/>
                  </a:lnTo>
                  <a:lnTo>
                    <a:pt x="1" y="7836"/>
                  </a:lnTo>
                  <a:lnTo>
                    <a:pt x="1117" y="7836"/>
                  </a:lnTo>
                  <a:lnTo>
                    <a:pt x="1117" y="3370"/>
                  </a:lnTo>
                  <a:cubicBezTo>
                    <a:pt x="1117" y="2137"/>
                    <a:pt x="2120" y="1135"/>
                    <a:pt x="3351" y="1135"/>
                  </a:cubicBezTo>
                  <a:cubicBezTo>
                    <a:pt x="4584" y="1135"/>
                    <a:pt x="5585" y="2137"/>
                    <a:pt x="5585" y="3370"/>
                  </a:cubicBezTo>
                  <a:lnTo>
                    <a:pt x="5585" y="7836"/>
                  </a:lnTo>
                  <a:lnTo>
                    <a:pt x="6703" y="7836"/>
                  </a:lnTo>
                  <a:lnTo>
                    <a:pt x="6703" y="2384"/>
                  </a:lnTo>
                  <a:cubicBezTo>
                    <a:pt x="6703" y="1266"/>
                    <a:pt x="5932" y="245"/>
                    <a:pt x="4648" y="38"/>
                  </a:cubicBezTo>
                  <a:cubicBezTo>
                    <a:pt x="4493" y="13"/>
                    <a:pt x="4337" y="0"/>
                    <a:pt x="418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75" name="Google Shape;775;p45"/>
            <p:cNvSpPr/>
            <p:nvPr/>
          </p:nvSpPr>
          <p:spPr>
            <a:xfrm>
              <a:off x="1462169" y="1887200"/>
              <a:ext cx="23354" cy="163203"/>
            </a:xfrm>
            <a:custGeom>
              <a:avLst/>
              <a:gdLst/>
              <a:ahLst/>
              <a:cxnLst/>
              <a:rect l="l" t="t" r="r" b="b"/>
              <a:pathLst>
                <a:path w="1119" h="7820" extrusionOk="0">
                  <a:moveTo>
                    <a:pt x="0" y="0"/>
                  </a:moveTo>
                  <a:lnTo>
                    <a:pt x="0" y="7819"/>
                  </a:lnTo>
                  <a:lnTo>
                    <a:pt x="1118" y="7819"/>
                  </a:lnTo>
                  <a:lnTo>
                    <a:pt x="111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776" name="Google Shape;776;p45"/>
          <p:cNvGrpSpPr/>
          <p:nvPr/>
        </p:nvGrpSpPr>
        <p:grpSpPr>
          <a:xfrm>
            <a:off x="3750368" y="3822106"/>
            <a:ext cx="457187" cy="457211"/>
            <a:chOff x="864491" y="1723250"/>
            <a:chExt cx="397866" cy="397887"/>
          </a:xfrm>
        </p:grpSpPr>
        <p:sp>
          <p:nvSpPr>
            <p:cNvPr id="777" name="Google Shape;777;p45"/>
            <p:cNvSpPr/>
            <p:nvPr/>
          </p:nvSpPr>
          <p:spPr>
            <a:xfrm>
              <a:off x="935197" y="1793977"/>
              <a:ext cx="256451" cy="256430"/>
            </a:xfrm>
            <a:custGeom>
              <a:avLst/>
              <a:gdLst/>
              <a:ahLst/>
              <a:cxnLst/>
              <a:rect l="l" t="t" r="r" b="b"/>
              <a:pathLst>
                <a:path w="12288" h="12287" extrusionOk="0">
                  <a:moveTo>
                    <a:pt x="10053" y="1117"/>
                  </a:moveTo>
                  <a:cubicBezTo>
                    <a:pt x="10669" y="1117"/>
                    <a:pt x="11171" y="1617"/>
                    <a:pt x="11171" y="2233"/>
                  </a:cubicBezTo>
                  <a:cubicBezTo>
                    <a:pt x="11170" y="2850"/>
                    <a:pt x="10669" y="3351"/>
                    <a:pt x="10053" y="3351"/>
                  </a:cubicBezTo>
                  <a:cubicBezTo>
                    <a:pt x="9438" y="3351"/>
                    <a:pt x="8937" y="2850"/>
                    <a:pt x="8937" y="2233"/>
                  </a:cubicBezTo>
                  <a:cubicBezTo>
                    <a:pt x="8937" y="1617"/>
                    <a:pt x="9438" y="1117"/>
                    <a:pt x="10053" y="1117"/>
                  </a:cubicBezTo>
                  <a:close/>
                  <a:moveTo>
                    <a:pt x="6144" y="2233"/>
                  </a:moveTo>
                  <a:cubicBezTo>
                    <a:pt x="8300" y="2233"/>
                    <a:pt x="10053" y="3988"/>
                    <a:pt x="10053" y="6144"/>
                  </a:cubicBezTo>
                  <a:cubicBezTo>
                    <a:pt x="10053" y="8299"/>
                    <a:pt x="8300" y="10054"/>
                    <a:pt x="6144" y="10054"/>
                  </a:cubicBezTo>
                  <a:cubicBezTo>
                    <a:pt x="3989" y="10054"/>
                    <a:pt x="2234" y="8299"/>
                    <a:pt x="2234" y="6144"/>
                  </a:cubicBezTo>
                  <a:cubicBezTo>
                    <a:pt x="2234" y="3988"/>
                    <a:pt x="3987" y="2233"/>
                    <a:pt x="6144" y="2233"/>
                  </a:cubicBezTo>
                  <a:close/>
                  <a:moveTo>
                    <a:pt x="1675" y="1"/>
                  </a:moveTo>
                  <a:cubicBezTo>
                    <a:pt x="752" y="1"/>
                    <a:pt x="0" y="751"/>
                    <a:pt x="0" y="1676"/>
                  </a:cubicBezTo>
                  <a:lnTo>
                    <a:pt x="0" y="10611"/>
                  </a:lnTo>
                  <a:cubicBezTo>
                    <a:pt x="0" y="11536"/>
                    <a:pt x="752" y="12286"/>
                    <a:pt x="1675" y="12286"/>
                  </a:cubicBezTo>
                  <a:lnTo>
                    <a:pt x="10612" y="12286"/>
                  </a:lnTo>
                  <a:cubicBezTo>
                    <a:pt x="11536" y="12286"/>
                    <a:pt x="12288" y="11536"/>
                    <a:pt x="12288" y="10611"/>
                  </a:cubicBezTo>
                  <a:lnTo>
                    <a:pt x="12288" y="1676"/>
                  </a:lnTo>
                  <a:cubicBezTo>
                    <a:pt x="12288" y="752"/>
                    <a:pt x="11536" y="1"/>
                    <a:pt x="1061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78" name="Google Shape;778;p45"/>
            <p:cNvSpPr/>
            <p:nvPr/>
          </p:nvSpPr>
          <p:spPr>
            <a:xfrm>
              <a:off x="1005109" y="1863910"/>
              <a:ext cx="116622" cy="116559"/>
            </a:xfrm>
            <a:custGeom>
              <a:avLst/>
              <a:gdLst/>
              <a:ahLst/>
              <a:cxnLst/>
              <a:rect l="l" t="t" r="r" b="b"/>
              <a:pathLst>
                <a:path w="5588" h="5585" extrusionOk="0">
                  <a:moveTo>
                    <a:pt x="2794" y="0"/>
                  </a:moveTo>
                  <a:cubicBezTo>
                    <a:pt x="1255" y="0"/>
                    <a:pt x="1" y="1252"/>
                    <a:pt x="1" y="2793"/>
                  </a:cubicBezTo>
                  <a:cubicBezTo>
                    <a:pt x="1" y="4332"/>
                    <a:pt x="1255" y="5585"/>
                    <a:pt x="2794" y="5585"/>
                  </a:cubicBezTo>
                  <a:cubicBezTo>
                    <a:pt x="4333" y="5585"/>
                    <a:pt x="5587" y="4332"/>
                    <a:pt x="5587" y="2793"/>
                  </a:cubicBezTo>
                  <a:cubicBezTo>
                    <a:pt x="5587" y="1252"/>
                    <a:pt x="4333" y="0"/>
                    <a:pt x="279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79" name="Google Shape;779;p45"/>
            <p:cNvSpPr/>
            <p:nvPr/>
          </p:nvSpPr>
          <p:spPr>
            <a:xfrm>
              <a:off x="864491" y="1723250"/>
              <a:ext cx="397866" cy="397887"/>
            </a:xfrm>
            <a:custGeom>
              <a:avLst/>
              <a:gdLst/>
              <a:ahLst/>
              <a:cxnLst/>
              <a:rect l="l" t="t" r="r" b="b"/>
              <a:pathLst>
                <a:path w="19064" h="19065" extrusionOk="0">
                  <a:moveTo>
                    <a:pt x="14000" y="2271"/>
                  </a:moveTo>
                  <a:cubicBezTo>
                    <a:pt x="15539" y="2271"/>
                    <a:pt x="16794" y="3524"/>
                    <a:pt x="16794" y="5065"/>
                  </a:cubicBezTo>
                  <a:lnTo>
                    <a:pt x="16794" y="14000"/>
                  </a:lnTo>
                  <a:cubicBezTo>
                    <a:pt x="16794" y="15541"/>
                    <a:pt x="15539" y="16793"/>
                    <a:pt x="14000" y="16793"/>
                  </a:cubicBezTo>
                  <a:lnTo>
                    <a:pt x="5063" y="16793"/>
                  </a:lnTo>
                  <a:cubicBezTo>
                    <a:pt x="3524" y="16793"/>
                    <a:pt x="2272" y="15541"/>
                    <a:pt x="2272" y="14000"/>
                  </a:cubicBezTo>
                  <a:lnTo>
                    <a:pt x="2272" y="5065"/>
                  </a:lnTo>
                  <a:cubicBezTo>
                    <a:pt x="2272" y="3524"/>
                    <a:pt x="3524" y="2271"/>
                    <a:pt x="5063" y="2271"/>
                  </a:cubicBezTo>
                  <a:close/>
                  <a:moveTo>
                    <a:pt x="2829" y="0"/>
                  </a:moveTo>
                  <a:cubicBezTo>
                    <a:pt x="1290" y="0"/>
                    <a:pt x="0" y="1290"/>
                    <a:pt x="0" y="2831"/>
                  </a:cubicBezTo>
                  <a:lnTo>
                    <a:pt x="0" y="16234"/>
                  </a:lnTo>
                  <a:cubicBezTo>
                    <a:pt x="0" y="17775"/>
                    <a:pt x="1290" y="19065"/>
                    <a:pt x="2829" y="19065"/>
                  </a:cubicBezTo>
                  <a:lnTo>
                    <a:pt x="16235" y="19065"/>
                  </a:lnTo>
                  <a:cubicBezTo>
                    <a:pt x="17774" y="19065"/>
                    <a:pt x="19063" y="17775"/>
                    <a:pt x="19063" y="16234"/>
                  </a:cubicBezTo>
                  <a:lnTo>
                    <a:pt x="19063" y="2831"/>
                  </a:lnTo>
                  <a:cubicBezTo>
                    <a:pt x="19063" y="1290"/>
                    <a:pt x="17774" y="0"/>
                    <a:pt x="1623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780" name="Google Shape;780;p45"/>
          <p:cNvGrpSpPr/>
          <p:nvPr/>
        </p:nvGrpSpPr>
        <p:grpSpPr>
          <a:xfrm>
            <a:off x="5706074" y="3820719"/>
            <a:ext cx="458593" cy="458593"/>
            <a:chOff x="1190625" y="238125"/>
            <a:chExt cx="5235075" cy="5235075"/>
          </a:xfrm>
        </p:grpSpPr>
        <p:sp>
          <p:nvSpPr>
            <p:cNvPr id="781" name="Google Shape;781;p45"/>
            <p:cNvSpPr/>
            <p:nvPr/>
          </p:nvSpPr>
          <p:spPr>
            <a:xfrm>
              <a:off x="2315100" y="1168900"/>
              <a:ext cx="2952100" cy="3373700"/>
            </a:xfrm>
            <a:custGeom>
              <a:avLst/>
              <a:gdLst/>
              <a:ahLst/>
              <a:cxnLst/>
              <a:rect l="l" t="t" r="r" b="b"/>
              <a:pathLst>
                <a:path w="118084" h="134948" extrusionOk="0">
                  <a:moveTo>
                    <a:pt x="69703" y="1"/>
                  </a:moveTo>
                  <a:cubicBezTo>
                    <a:pt x="69732" y="18483"/>
                    <a:pt x="69791" y="73192"/>
                    <a:pt x="69614" y="94277"/>
                  </a:cubicBezTo>
                  <a:cubicBezTo>
                    <a:pt x="69555" y="101848"/>
                    <a:pt x="66627" y="108827"/>
                    <a:pt x="61393" y="113914"/>
                  </a:cubicBezTo>
                  <a:cubicBezTo>
                    <a:pt x="56291" y="118871"/>
                    <a:pt x="49391" y="121638"/>
                    <a:pt x="41981" y="121638"/>
                  </a:cubicBezTo>
                  <a:cubicBezTo>
                    <a:pt x="41788" y="121638"/>
                    <a:pt x="41595" y="121636"/>
                    <a:pt x="41402" y="121632"/>
                  </a:cubicBezTo>
                  <a:cubicBezTo>
                    <a:pt x="26527" y="121336"/>
                    <a:pt x="14462" y="109005"/>
                    <a:pt x="14491" y="94159"/>
                  </a:cubicBezTo>
                  <a:cubicBezTo>
                    <a:pt x="14491" y="82094"/>
                    <a:pt x="22387" y="71477"/>
                    <a:pt x="33950" y="67988"/>
                  </a:cubicBezTo>
                  <a:lnTo>
                    <a:pt x="33861" y="54473"/>
                  </a:lnTo>
                  <a:cubicBezTo>
                    <a:pt x="25522" y="56070"/>
                    <a:pt x="17360" y="60949"/>
                    <a:pt x="11238" y="68224"/>
                  </a:cubicBezTo>
                  <a:cubicBezTo>
                    <a:pt x="3401" y="77480"/>
                    <a:pt x="1" y="88984"/>
                    <a:pt x="1864" y="99837"/>
                  </a:cubicBezTo>
                  <a:cubicBezTo>
                    <a:pt x="3668" y="109951"/>
                    <a:pt x="8961" y="119148"/>
                    <a:pt x="16857" y="125772"/>
                  </a:cubicBezTo>
                  <a:cubicBezTo>
                    <a:pt x="23901" y="131741"/>
                    <a:pt x="32192" y="134947"/>
                    <a:pt x="40396" y="134947"/>
                  </a:cubicBezTo>
                  <a:cubicBezTo>
                    <a:pt x="41215" y="134947"/>
                    <a:pt x="42034" y="134915"/>
                    <a:pt x="42851" y="134851"/>
                  </a:cubicBezTo>
                  <a:cubicBezTo>
                    <a:pt x="66893" y="133017"/>
                    <a:pt x="82508" y="116634"/>
                    <a:pt x="82596" y="93183"/>
                  </a:cubicBezTo>
                  <a:lnTo>
                    <a:pt x="82626" y="43738"/>
                  </a:lnTo>
                  <a:cubicBezTo>
                    <a:pt x="82626" y="40066"/>
                    <a:pt x="85620" y="37517"/>
                    <a:pt x="88833" y="37517"/>
                  </a:cubicBezTo>
                  <a:cubicBezTo>
                    <a:pt x="90045" y="37517"/>
                    <a:pt x="91289" y="37880"/>
                    <a:pt x="92414" y="38681"/>
                  </a:cubicBezTo>
                  <a:cubicBezTo>
                    <a:pt x="100014" y="44064"/>
                    <a:pt x="111163" y="46104"/>
                    <a:pt x="118083" y="46873"/>
                  </a:cubicBezTo>
                  <a:lnTo>
                    <a:pt x="118083" y="34127"/>
                  </a:lnTo>
                  <a:cubicBezTo>
                    <a:pt x="112405" y="32530"/>
                    <a:pt x="106432" y="30697"/>
                    <a:pt x="101197" y="27503"/>
                  </a:cubicBezTo>
                  <a:cubicBezTo>
                    <a:pt x="91320" y="21441"/>
                    <a:pt x="85228" y="12214"/>
                    <a:pt x="83069" y="30"/>
                  </a:cubicBezTo>
                  <a:lnTo>
                    <a:pt x="8306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82" name="Google Shape;782;p45"/>
            <p:cNvSpPr/>
            <p:nvPr/>
          </p:nvSpPr>
          <p:spPr>
            <a:xfrm>
              <a:off x="1190625" y="238125"/>
              <a:ext cx="5235075" cy="5235075"/>
            </a:xfrm>
            <a:custGeom>
              <a:avLst/>
              <a:gdLst/>
              <a:ahLst/>
              <a:cxnLst/>
              <a:rect l="l" t="t" r="r" b="b"/>
              <a:pathLst>
                <a:path w="209403" h="209403" extrusionOk="0">
                  <a:moveTo>
                    <a:pt x="108469" y="24836"/>
                  </a:moveTo>
                  <a:cubicBezTo>
                    <a:pt x="108549" y="24836"/>
                    <a:pt x="108628" y="24838"/>
                    <a:pt x="108708" y="24841"/>
                  </a:cubicBezTo>
                  <a:lnTo>
                    <a:pt x="132248" y="24841"/>
                  </a:lnTo>
                  <a:cubicBezTo>
                    <a:pt x="132267" y="24841"/>
                    <a:pt x="132287" y="24841"/>
                    <a:pt x="132306" y="24841"/>
                  </a:cubicBezTo>
                  <a:cubicBezTo>
                    <a:pt x="136154" y="24841"/>
                    <a:pt x="139377" y="27758"/>
                    <a:pt x="139789" y="31583"/>
                  </a:cubicBezTo>
                  <a:cubicBezTo>
                    <a:pt x="140794" y="42082"/>
                    <a:pt x="144993" y="49445"/>
                    <a:pt x="152653" y="54147"/>
                  </a:cubicBezTo>
                  <a:cubicBezTo>
                    <a:pt x="156556" y="56542"/>
                    <a:pt x="161406" y="57991"/>
                    <a:pt x="166463" y="59411"/>
                  </a:cubicBezTo>
                  <a:cubicBezTo>
                    <a:pt x="167557" y="59736"/>
                    <a:pt x="168651" y="59973"/>
                    <a:pt x="169775" y="60150"/>
                  </a:cubicBezTo>
                  <a:cubicBezTo>
                    <a:pt x="173028" y="60357"/>
                    <a:pt x="175512" y="63078"/>
                    <a:pt x="175453" y="66331"/>
                  </a:cubicBezTo>
                  <a:lnTo>
                    <a:pt x="175453" y="90787"/>
                  </a:lnTo>
                  <a:cubicBezTo>
                    <a:pt x="175453" y="92414"/>
                    <a:pt x="174802" y="94011"/>
                    <a:pt x="173620" y="95194"/>
                  </a:cubicBezTo>
                  <a:cubicBezTo>
                    <a:pt x="172462" y="96322"/>
                    <a:pt x="170909" y="96969"/>
                    <a:pt x="169292" y="96969"/>
                  </a:cubicBezTo>
                  <a:cubicBezTo>
                    <a:pt x="169256" y="96969"/>
                    <a:pt x="169220" y="96969"/>
                    <a:pt x="169184" y="96968"/>
                  </a:cubicBezTo>
                  <a:cubicBezTo>
                    <a:pt x="168444" y="96968"/>
                    <a:pt x="154871" y="96702"/>
                    <a:pt x="141888" y="91970"/>
                  </a:cubicBezTo>
                  <a:cubicBezTo>
                    <a:pt x="141720" y="91905"/>
                    <a:pt x="141550" y="91875"/>
                    <a:pt x="141384" y="91875"/>
                  </a:cubicBezTo>
                  <a:cubicBezTo>
                    <a:pt x="140646" y="91875"/>
                    <a:pt x="139996" y="92474"/>
                    <a:pt x="139996" y="93271"/>
                  </a:cubicBezTo>
                  <a:lnTo>
                    <a:pt x="139966" y="130444"/>
                  </a:lnTo>
                  <a:cubicBezTo>
                    <a:pt x="139848" y="160371"/>
                    <a:pt x="119265" y="182077"/>
                    <a:pt x="88776" y="184443"/>
                  </a:cubicBezTo>
                  <a:cubicBezTo>
                    <a:pt x="87653" y="184532"/>
                    <a:pt x="86529" y="184561"/>
                    <a:pt x="85405" y="184561"/>
                  </a:cubicBezTo>
                  <a:cubicBezTo>
                    <a:pt x="61481" y="184561"/>
                    <a:pt x="39095" y="164896"/>
                    <a:pt x="34629" y="139168"/>
                  </a:cubicBezTo>
                  <a:cubicBezTo>
                    <a:pt x="32116" y="124707"/>
                    <a:pt x="36522" y="109507"/>
                    <a:pt x="46724" y="97441"/>
                  </a:cubicBezTo>
                  <a:cubicBezTo>
                    <a:pt x="56803" y="85541"/>
                    <a:pt x="70647" y="78721"/>
                    <a:pt x="84747" y="78721"/>
                  </a:cubicBezTo>
                  <a:cubicBezTo>
                    <a:pt x="84839" y="78721"/>
                    <a:pt x="84930" y="78721"/>
                    <a:pt x="85021" y="78722"/>
                  </a:cubicBezTo>
                  <a:cubicBezTo>
                    <a:pt x="88392" y="78722"/>
                    <a:pt x="91142" y="81472"/>
                    <a:pt x="91172" y="84873"/>
                  </a:cubicBezTo>
                  <a:lnTo>
                    <a:pt x="91349" y="108856"/>
                  </a:lnTo>
                  <a:cubicBezTo>
                    <a:pt x="91349" y="112641"/>
                    <a:pt x="88658" y="116013"/>
                    <a:pt x="84902" y="116545"/>
                  </a:cubicBezTo>
                  <a:cubicBezTo>
                    <a:pt x="77125" y="117580"/>
                    <a:pt x="71447" y="124441"/>
                    <a:pt x="71890" y="132277"/>
                  </a:cubicBezTo>
                  <a:cubicBezTo>
                    <a:pt x="72334" y="140114"/>
                    <a:pt x="78751" y="146295"/>
                    <a:pt x="86618" y="146443"/>
                  </a:cubicBezTo>
                  <a:cubicBezTo>
                    <a:pt x="86736" y="146445"/>
                    <a:pt x="86855" y="146446"/>
                    <a:pt x="86973" y="146446"/>
                  </a:cubicBezTo>
                  <a:cubicBezTo>
                    <a:pt x="91096" y="146446"/>
                    <a:pt x="94919" y="144946"/>
                    <a:pt x="97707" y="142243"/>
                  </a:cubicBezTo>
                  <a:cubicBezTo>
                    <a:pt x="100605" y="139434"/>
                    <a:pt x="102143" y="135619"/>
                    <a:pt x="102173" y="131390"/>
                  </a:cubicBezTo>
                  <a:cubicBezTo>
                    <a:pt x="102380" y="106047"/>
                    <a:pt x="102291" y="31790"/>
                    <a:pt x="102291" y="31051"/>
                  </a:cubicBezTo>
                  <a:cubicBezTo>
                    <a:pt x="102291" y="28419"/>
                    <a:pt x="103917" y="26083"/>
                    <a:pt x="106401" y="25196"/>
                  </a:cubicBezTo>
                  <a:cubicBezTo>
                    <a:pt x="107067" y="24956"/>
                    <a:pt x="107756" y="24836"/>
                    <a:pt x="108469" y="24836"/>
                  </a:cubicBezTo>
                  <a:close/>
                  <a:moveTo>
                    <a:pt x="33831" y="0"/>
                  </a:moveTo>
                  <a:cubicBezTo>
                    <a:pt x="15141" y="0"/>
                    <a:pt x="0" y="15141"/>
                    <a:pt x="0" y="33831"/>
                  </a:cubicBezTo>
                  <a:lnTo>
                    <a:pt x="0" y="175601"/>
                  </a:lnTo>
                  <a:cubicBezTo>
                    <a:pt x="0" y="194261"/>
                    <a:pt x="15141" y="209402"/>
                    <a:pt x="33831" y="209402"/>
                  </a:cubicBezTo>
                  <a:lnTo>
                    <a:pt x="175601" y="209402"/>
                  </a:lnTo>
                  <a:cubicBezTo>
                    <a:pt x="194261" y="209402"/>
                    <a:pt x="209402" y="194261"/>
                    <a:pt x="209402" y="175601"/>
                  </a:cubicBezTo>
                  <a:lnTo>
                    <a:pt x="209402" y="33831"/>
                  </a:lnTo>
                  <a:cubicBezTo>
                    <a:pt x="209402" y="15141"/>
                    <a:pt x="194261" y="0"/>
                    <a:pt x="17560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pic>
        <p:nvPicPr>
          <p:cNvPr id="7" name="Picture 6" descr="A black and red logo&#10;&#10;AI-generated content may be incorrect.">
            <a:extLst>
              <a:ext uri="{FF2B5EF4-FFF2-40B4-BE49-F238E27FC236}">
                <a16:creationId xmlns:a16="http://schemas.microsoft.com/office/drawing/2014/main" id="{7B1F5D3F-10AB-42D6-8F3A-FF2D14F006F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" y="4586463"/>
            <a:ext cx="394530" cy="39453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7CC44DC-106F-C9A1-B71A-C78C7EEC3963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b="50000"/>
          <a:stretch>
            <a:fillRect/>
          </a:stretch>
        </p:blipFill>
        <p:spPr>
          <a:xfrm>
            <a:off x="889000" y="4718108"/>
            <a:ext cx="1270000" cy="196248"/>
          </a:xfrm>
          <a:prstGeom prst="rect">
            <a:avLst/>
          </a:prstGeom>
        </p:spPr>
      </p:pic>
      <p:sp>
        <p:nvSpPr>
          <p:cNvPr id="9" name="Right Arrow 8">
            <a:extLst>
              <a:ext uri="{FF2B5EF4-FFF2-40B4-BE49-F238E27FC236}">
                <a16:creationId xmlns:a16="http://schemas.microsoft.com/office/drawing/2014/main" id="{5A70E7EE-D25C-DE4A-AB9F-6E9D81DD46AD}"/>
              </a:ext>
            </a:extLst>
          </p:cNvPr>
          <p:cNvSpPr/>
          <p:nvPr/>
        </p:nvSpPr>
        <p:spPr>
          <a:xfrm>
            <a:off x="889000" y="4718108"/>
            <a:ext cx="7020000" cy="196248"/>
          </a:xfrm>
          <a:prstGeom prst="rightArrow">
            <a:avLst>
              <a:gd name="adj1" fmla="val 50000"/>
              <a:gd name="adj2" fmla="val 101255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F332AB6-FD4D-3302-39C8-4804C388D28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3098" y="4718107"/>
            <a:ext cx="177492" cy="196247"/>
          </a:xfrm>
          <a:prstGeom prst="rect">
            <a:avLst/>
          </a:prstGeom>
        </p:spPr>
      </p:pic>
      <p:pic>
        <p:nvPicPr>
          <p:cNvPr id="11" name="Graphic 10" descr="Question Mark with solid fill">
            <a:extLst>
              <a:ext uri="{FF2B5EF4-FFF2-40B4-BE49-F238E27FC236}">
                <a16:creationId xmlns:a16="http://schemas.microsoft.com/office/drawing/2014/main" id="{8FBBC6E0-27FB-8AE8-FE7C-F5D2D83CF1C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043098" y="4729703"/>
            <a:ext cx="173054" cy="17305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Database Company Business Plan by Slidesgo">
  <a:themeElements>
    <a:clrScheme name="Simple Light">
      <a:dk1>
        <a:srgbClr val="FFFFFF"/>
      </a:dk1>
      <a:lt1>
        <a:srgbClr val="232323"/>
      </a:lt1>
      <a:dk2>
        <a:srgbClr val="9CFFFF"/>
      </a:dk2>
      <a:lt2>
        <a:srgbClr val="999999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213</TotalTime>
  <Words>443</Words>
  <Application>Microsoft Macintosh PowerPoint</Application>
  <PresentationFormat>On-screen Show (16:9)</PresentationFormat>
  <Paragraphs>91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Wingdings</vt:lpstr>
      <vt:lpstr>Inter</vt:lpstr>
      <vt:lpstr>Arial</vt:lpstr>
      <vt:lpstr>Montserrat</vt:lpstr>
      <vt:lpstr>Open Sans</vt:lpstr>
      <vt:lpstr>Raleway</vt:lpstr>
      <vt:lpstr>Database Company Business Plan by Slidesgo</vt:lpstr>
      <vt:lpstr>DBForge</vt:lpstr>
      <vt:lpstr>Проблем</vt:lpstr>
      <vt:lpstr>Решение</vt:lpstr>
      <vt:lpstr>Какво ни прави уникални</vt:lpstr>
      <vt:lpstr>Архитектура</vt:lpstr>
      <vt:lpstr>API Key пример</vt:lpstr>
      <vt:lpstr>Възможности</vt:lpstr>
      <vt:lpstr>Демонстрация</vt:lpstr>
      <vt:lpstr>PowerPoint Presentation</vt:lpstr>
      <vt:lpstr>План на разработка</vt:lpstr>
      <vt:lpstr>Защо DBForge печели?</vt:lpstr>
      <vt:lpstr>Разширения в бъдеще</vt:lpstr>
      <vt:lpstr>Благодарим за вниманието!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Веселин Б. Боянов</cp:lastModifiedBy>
  <cp:revision>5</cp:revision>
  <dcterms:modified xsi:type="dcterms:W3CDTF">2025-11-24T12:58:20Z</dcterms:modified>
</cp:coreProperties>
</file>